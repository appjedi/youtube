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8" r:id="rId6"/>
    <p:sldId id="260" r:id="rId7"/>
    <p:sldId id="261" r:id="rId8"/>
    <p:sldId id="262" r:id="rId9"/>
    <p:sldId id="263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18"/>
    <p:restoredTop sz="94675"/>
  </p:normalViewPr>
  <p:slideViewPr>
    <p:cSldViewPr snapToGrid="0">
      <p:cViewPr varScale="1">
        <p:scale>
          <a:sx n="90" d="100"/>
          <a:sy n="90" d="100"/>
        </p:scale>
        <p:origin x="7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8254-59CF-A488-F56F-C99B79DC6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E8352-E957-35CF-E436-B74FD8A98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4C3F-15B6-542A-5FDB-0572F185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D214A-AD8E-AFE4-6CEA-9C542C3E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66E15-23EA-ECDD-5CAB-9FE68747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54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F4E0-14CD-5A3F-4BDC-147BE9C2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98191-8FEA-E5D7-D17B-85272871C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55F98-C4F1-17F6-E08F-FCF4F5BA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D0E5C-344D-C21E-4F59-AE8817E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B5CA-F14F-AC32-0E2C-CC99C17E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3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EE61-1A6B-D8F2-BD4A-F774C6EE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8FA97-0C85-CA78-6C56-DEE7ACE3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3F789-D985-CF60-EE6C-22A42BF87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89622-953F-1107-51B0-B763CF67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85AE4-6BA8-1CB5-79CF-25179C0C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1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B3F9-0B1E-CC8B-7BFB-8508A314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3472-7508-F4E3-A759-1E7E339F1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49008-3F7E-A34F-8A0A-A5CAC129C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E5503-9EA4-1AD0-4FCB-9CFC97DA7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9DA29-1B80-D526-3D87-500F8047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FC62-9FEB-39FA-287A-97D10249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7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2BF27-6D9C-D6F8-A236-B80AED76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B2000-9D89-4864-7B49-79EA69882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70CE6-9FB5-AC34-BC3B-21C75BDBA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201D7-C798-129F-8D9B-1BF4BE52F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E4EA4B-4313-F8CA-0155-32FC8EBED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C1DB1-A446-ACE7-09CF-40A09143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3C80F0-3626-D8BE-E714-8C773F43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B5BBC-6571-6913-00C7-66FBAB69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2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6E012-EABF-4AE0-8B57-3F30E5D0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4A67D-2694-D968-6C0B-F5F17454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0364E-89AA-485A-F887-DA0B3FBA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8B07B-D4D4-A591-4D88-A801E2C3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30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74BEF-ADA5-182A-0A4C-A8838F86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1BAA8-365C-CDEC-B668-7AE5772B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FE0F2-10ED-E5A8-D370-59AF6141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4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0D7C-3634-5D66-28CA-E54F92D0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5E7B-EDDC-2A91-3171-B5678DBF5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88456-AD4F-3448-B409-9F03E7F20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C1E39-DE48-6A7F-B5F6-2DB0D168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E5F8E-69CA-38A1-2989-D0AFAB1C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C74EC-7F38-7071-8CB4-75F1686D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0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1640-7432-B291-4284-62F9ACEB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3A5FB-7717-C545-1EDD-D3BF996E0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F843E-601D-5032-1DA0-BA121B031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A2277-BD9C-73E5-AC33-BFC8CCA8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39720-AB0C-7A64-817D-30289646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E4332-E0BA-0B9C-652E-27787A32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92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B072-C7EA-5597-2F2B-5E724C77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92C54-70F0-1B1A-0983-41F252407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1FA9A-8E87-1B91-A519-1B0BABE7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8E746-AED6-26BC-F207-70EC89E29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E4DDD-157C-A4FD-9375-C8122160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3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E21D16-710C-5AF3-3B6E-60BD1DA2D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702CC-022B-145B-CF47-701F2B599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F0DC2-2836-4CB7-6037-DD444043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F878E-5CD3-EF7E-A368-448C29BC8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D4B23-52B7-FB19-3213-4F67FD69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0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BA407-EFA1-7FA4-0C30-C55DA883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E538-2C38-B708-A798-C3F8526FB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CC1F0-E787-9F71-2572-8B976D40C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FA9FA-A652-404D-BE65-545D295A3195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20A42-2891-EDB9-7F74-0E6D185F0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2F2C0-1642-44DF-9DD5-DC3F5C686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CC9A0-76AD-D045-9EDA-B6178C2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6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3A5C-B3DB-30EA-9E1E-E53AF10D8C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&amp;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E61F4-7A42-0ACA-BC53-D2CF0D5028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AppJedi</a:t>
            </a:r>
            <a:endParaRPr lang="en-US" dirty="0"/>
          </a:p>
          <a:p>
            <a:r>
              <a:rPr lang="en-US" sz="3200" dirty="0" err="1"/>
              <a:t>www.appjedi.net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88879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A0E2-348C-8693-72FA-DF896194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&amp; Python 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B9079-8B12-CED3-CD30-B1E1F8E6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Python and SQL work together by having </a:t>
            </a:r>
            <a:r>
              <a:rPr lang="en-US" b="1" dirty="0"/>
              <a:t>Python act as the application that communicates with the database</a:t>
            </a:r>
            <a:r>
              <a:rPr lang="en-US" dirty="0"/>
              <a:t>. Python sends SQL commands to MySQL to retrieve, add, update, or delete data, and MySQL sends the requested results back to Python for the program to use or display.</a:t>
            </a:r>
          </a:p>
        </p:txBody>
      </p:sp>
    </p:spTree>
    <p:extLst>
      <p:ext uri="{BB962C8B-B14F-4D97-AF65-F5344CB8AC3E}">
        <p14:creationId xmlns:p14="http://schemas.microsoft.com/office/powerpoint/2010/main" val="1984762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86DF-16BC-0725-3C5A-5EA7E1A2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&amp;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22479-44F8-E3FC-8F9F-9F4ED7E80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Python</a:t>
            </a:r>
            <a:r>
              <a:rPr lang="en-US" dirty="0"/>
              <a:t> controls your program. </a:t>
            </a:r>
          </a:p>
          <a:p>
            <a:pPr lvl="0"/>
            <a:r>
              <a:rPr lang="en-US" b="1" dirty="0"/>
              <a:t>SQL</a:t>
            </a:r>
            <a:r>
              <a:rPr lang="en-US" dirty="0"/>
              <a:t> tells the database what information you want. </a:t>
            </a:r>
          </a:p>
          <a:p>
            <a:pPr lvl="0"/>
            <a:r>
              <a:rPr lang="en-US" dirty="0"/>
              <a:t>Python sends the SQL command to MySQL. </a:t>
            </a:r>
          </a:p>
          <a:p>
            <a:pPr lvl="0"/>
            <a:r>
              <a:rPr lang="en-US" dirty="0"/>
              <a:t>MySQL sends the results back to Python.</a:t>
            </a:r>
          </a:p>
        </p:txBody>
      </p:sp>
    </p:spTree>
    <p:extLst>
      <p:ext uri="{BB962C8B-B14F-4D97-AF65-F5344CB8AC3E}">
        <p14:creationId xmlns:p14="http://schemas.microsoft.com/office/powerpoint/2010/main" val="279736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1C58-BACC-792C-E140-480C3439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Flow: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88A21-597D-464D-81E4-DE66BE82A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826" y="2016087"/>
            <a:ext cx="9468124" cy="363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computer&#10;&#10;Description automatically generated">
            <a:extLst>
              <a:ext uri="{FF2B5EF4-FFF2-40B4-BE49-F238E27FC236}">
                <a16:creationId xmlns:a16="http://schemas.microsoft.com/office/drawing/2014/main" id="{49E32E13-908B-858D-D2D4-C20EC676E6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1" b="10243"/>
          <a:stretch/>
        </p:blipFill>
        <p:spPr>
          <a:xfrm>
            <a:off x="20" y="302496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49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24D14-AC6C-54A3-671B-99A62D75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SQL example: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3B7E42-A491-0DD4-C000-EEE6E1F8B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mysql.connector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Connect to MySQL</a:t>
            </a:r>
          </a:p>
          <a:p>
            <a:pPr marL="0" indent="0">
              <a:buNone/>
            </a:pPr>
            <a:r>
              <a:rPr lang="en-US" dirty="0" err="1"/>
              <a:t>db</a:t>
            </a:r>
            <a:r>
              <a:rPr lang="en-US" dirty="0"/>
              <a:t> = </a:t>
            </a:r>
            <a:r>
              <a:rPr lang="en-US" dirty="0" err="1"/>
              <a:t>mysql.connector.connect</a:t>
            </a:r>
            <a:r>
              <a:rPr lang="en-US" dirty="0"/>
              <a:t>( </a:t>
            </a:r>
          </a:p>
          <a:p>
            <a:pPr marL="0" indent="0">
              <a:buNone/>
            </a:pPr>
            <a:r>
              <a:rPr lang="en-US" dirty="0"/>
              <a:t>	host="localhost", </a:t>
            </a:r>
          </a:p>
          <a:p>
            <a:pPr marL="0" indent="0">
              <a:buNone/>
            </a:pPr>
            <a:r>
              <a:rPr lang="en-US" dirty="0"/>
              <a:t>	user="root", </a:t>
            </a:r>
          </a:p>
          <a:p>
            <a:pPr marL="0" indent="0">
              <a:buNone/>
            </a:pPr>
            <a:r>
              <a:rPr lang="en-US" dirty="0"/>
              <a:t>	password="</a:t>
            </a:r>
            <a:r>
              <a:rPr lang="en-US" dirty="0" err="1"/>
              <a:t>mypassword</a:t>
            </a:r>
            <a:r>
              <a:rPr lang="en-US" dirty="0"/>
              <a:t>", </a:t>
            </a:r>
          </a:p>
          <a:p>
            <a:pPr marL="0" indent="0">
              <a:buNone/>
            </a:pPr>
            <a:r>
              <a:rPr lang="en-US" dirty="0"/>
              <a:t>	database="school" 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Create a cursor </a:t>
            </a:r>
          </a:p>
          <a:p>
            <a:pPr marL="0" indent="0">
              <a:buNone/>
            </a:pPr>
            <a:r>
              <a:rPr lang="en-US" dirty="0"/>
              <a:t>cursor = </a:t>
            </a:r>
            <a:r>
              <a:rPr lang="en-US" dirty="0" err="1"/>
              <a:t>db.cursor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7178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4093-5678-C122-A642-84A8FA606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Prepared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C338D-3C1D-818D-BDF7-2CED773C8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47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# Run SQL </a:t>
            </a:r>
          </a:p>
          <a:p>
            <a:pPr marL="0" indent="0">
              <a:buNone/>
            </a:pPr>
            <a:r>
              <a:rPr lang="en-US" sz="1600" dirty="0" err="1"/>
              <a:t>cursor.execute</a:t>
            </a:r>
            <a:r>
              <a:rPr lang="en-US" sz="1600" dirty="0"/>
              <a:t>("SELECT * FROM students")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# Get results </a:t>
            </a:r>
          </a:p>
          <a:p>
            <a:pPr marL="0" indent="0">
              <a:buNone/>
            </a:pPr>
            <a:r>
              <a:rPr lang="en-US" sz="1600" dirty="0"/>
              <a:t>results = </a:t>
            </a:r>
            <a:r>
              <a:rPr lang="en-US" sz="1600" dirty="0" err="1"/>
              <a:t>cursor.fetchall</a:t>
            </a:r>
            <a:r>
              <a:rPr lang="en-US" sz="1600" dirty="0"/>
              <a:t>()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# Display results </a:t>
            </a:r>
          </a:p>
          <a:p>
            <a:pPr marL="0" indent="0">
              <a:buNone/>
            </a:pPr>
            <a:r>
              <a:rPr lang="en-US" sz="1600" dirty="0"/>
              <a:t>for row in results: </a:t>
            </a:r>
          </a:p>
          <a:p>
            <a:pPr marL="0" indent="0">
              <a:buNone/>
            </a:pPr>
            <a:r>
              <a:rPr lang="en-US" sz="1600" dirty="0"/>
              <a:t>	print(row)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# Close everything </a:t>
            </a:r>
          </a:p>
          <a:p>
            <a:pPr marL="0" indent="0">
              <a:buNone/>
            </a:pPr>
            <a:r>
              <a:rPr lang="en-US" sz="1600" dirty="0" err="1"/>
              <a:t>cursor.close</a:t>
            </a:r>
            <a:r>
              <a:rPr lang="en-US" sz="1600" dirty="0"/>
              <a:t>() </a:t>
            </a:r>
          </a:p>
          <a:p>
            <a:pPr marL="0" indent="0">
              <a:buNone/>
            </a:pPr>
            <a:r>
              <a:rPr lang="en-US" sz="1600" dirty="0" err="1"/>
              <a:t>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4893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D37F-6BC8-B1E8-6AC1-03A6F01B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71FC3-F02C-4763-6C74-B91DC9375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ts val="1350"/>
              </a:lnSpc>
              <a:buNone/>
            </a:pPr>
            <a:endParaRPr lang="en-US" sz="1600" b="0" dirty="0">
              <a:solidFill>
                <a:srgbClr val="569CD6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dirty="0"/>
              <a:t>cursor = </a:t>
            </a:r>
            <a:r>
              <a:rPr lang="en-US" dirty="0" err="1"/>
              <a:t>conn.cursor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cursor.callproc</a:t>
            </a:r>
            <a:r>
              <a:rPr lang="en-US" dirty="0"/>
              <a:t>("</a:t>
            </a:r>
            <a:r>
              <a:rPr lang="en-US" dirty="0" err="1"/>
              <a:t>usp_user_auth</a:t>
            </a:r>
            <a:r>
              <a:rPr lang="en-US" dirty="0"/>
              <a:t>", [</a:t>
            </a:r>
            <a:r>
              <a:rPr lang="en-US" dirty="0" err="1"/>
              <a:t>username,password</a:t>
            </a:r>
            <a:r>
              <a:rPr lang="en-US" dirty="0"/>
              <a:t>])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for result in </a:t>
            </a:r>
            <a:r>
              <a:rPr lang="en-US" dirty="0" err="1"/>
              <a:t>cursor.stored_results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	row = </a:t>
            </a:r>
            <a:r>
              <a:rPr lang="en-US" dirty="0" err="1"/>
              <a:t>result.fetchone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break</a:t>
            </a:r>
          </a:p>
          <a:p>
            <a:pPr marL="0" indent="0">
              <a:buNone/>
            </a:pPr>
            <a:r>
              <a:rPr lang="en-US" dirty="0"/>
              <a:t>print(row)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cursor.close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conn.close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67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490D-FA0B-BD1D-149F-3E90237C4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C97C2D-F072-E28C-A7E9-F1AE86DE8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3451" y="1690687"/>
            <a:ext cx="10465145" cy="385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932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99B8-9062-4AB3-F9F6-999AFCCC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7564-B51C-3FF7-2F2B-060ABAA1F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508767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261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Menlo</vt:lpstr>
      <vt:lpstr>Office Theme</vt:lpstr>
      <vt:lpstr>SQL &amp; Python</vt:lpstr>
      <vt:lpstr>SQL &amp; Python introduction </vt:lpstr>
      <vt:lpstr>SQL &amp; Python</vt:lpstr>
      <vt:lpstr>The Basic Flow:</vt:lpstr>
      <vt:lpstr>PowerPoint Presentation</vt:lpstr>
      <vt:lpstr>Python SQL example:</vt:lpstr>
      <vt:lpstr>Prepared Statement</vt:lpstr>
      <vt:lpstr>Stored Procedure</vt:lpstr>
      <vt:lpstr>Stored Procedure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Timlin</dc:creator>
  <cp:lastModifiedBy>Robert Timlin</cp:lastModifiedBy>
  <cp:revision>83</cp:revision>
  <dcterms:created xsi:type="dcterms:W3CDTF">2025-01-06T16:54:18Z</dcterms:created>
  <dcterms:modified xsi:type="dcterms:W3CDTF">2026-09-20T17:23:27Z</dcterms:modified>
</cp:coreProperties>
</file>