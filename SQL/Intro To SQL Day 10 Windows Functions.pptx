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40"/>
  </p:notesMasterIdLst>
  <p:sldIdLst>
    <p:sldId id="256" r:id="rId2"/>
    <p:sldId id="268" r:id="rId3"/>
    <p:sldId id="389" r:id="rId4"/>
    <p:sldId id="390" r:id="rId5"/>
    <p:sldId id="391" r:id="rId6"/>
    <p:sldId id="422" r:id="rId7"/>
    <p:sldId id="421" r:id="rId8"/>
    <p:sldId id="415" r:id="rId9"/>
    <p:sldId id="403" r:id="rId10"/>
    <p:sldId id="416" r:id="rId11"/>
    <p:sldId id="392" r:id="rId12"/>
    <p:sldId id="414" r:id="rId13"/>
    <p:sldId id="417" r:id="rId14"/>
    <p:sldId id="404" r:id="rId15"/>
    <p:sldId id="418" r:id="rId16"/>
    <p:sldId id="406" r:id="rId17"/>
    <p:sldId id="419" r:id="rId18"/>
    <p:sldId id="405" r:id="rId19"/>
    <p:sldId id="420" r:id="rId20"/>
    <p:sldId id="407" r:id="rId21"/>
    <p:sldId id="424" r:id="rId22"/>
    <p:sldId id="423" r:id="rId23"/>
    <p:sldId id="425" r:id="rId24"/>
    <p:sldId id="394" r:id="rId25"/>
    <p:sldId id="426" r:id="rId26"/>
    <p:sldId id="408" r:id="rId27"/>
    <p:sldId id="409" r:id="rId28"/>
    <p:sldId id="410" r:id="rId29"/>
    <p:sldId id="411" r:id="rId30"/>
    <p:sldId id="412" r:id="rId31"/>
    <p:sldId id="413" r:id="rId32"/>
    <p:sldId id="427" r:id="rId33"/>
    <p:sldId id="428" r:id="rId34"/>
    <p:sldId id="395" r:id="rId35"/>
    <p:sldId id="396" r:id="rId36"/>
    <p:sldId id="397" r:id="rId37"/>
    <p:sldId id="401" r:id="rId38"/>
    <p:sldId id="266" r:id="rId3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B490E0F-513B-4F50-8229-1791D5AB3DEF}" v="22" dt="2024-05-30T12:32:53.249"/>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5179"/>
    <p:restoredTop sz="94762"/>
  </p:normalViewPr>
  <p:slideViewPr>
    <p:cSldViewPr snapToGrid="0">
      <p:cViewPr varScale="1">
        <p:scale>
          <a:sx n="124" d="100"/>
          <a:sy n="124" d="100"/>
        </p:scale>
        <p:origin x="208" y="5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notesMaster" Target="notesMasters/notesMaster1.xml"/><Relationship Id="rId45" Type="http://schemas.microsoft.com/office/2016/11/relationships/changesInfo" Target="changesInfos/changesInfo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theme" Target="theme/theme1.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microsoft.com/office/2015/10/relationships/revisionInfo" Target="revisionInfo.xml"/><Relationship Id="rId20" Type="http://schemas.openxmlformats.org/officeDocument/2006/relationships/slide" Target="slides/slide19.xml"/><Relationship Id="rId41" Type="http://schemas.openxmlformats.org/officeDocument/2006/relationships/presProps" Target="pres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Robert Timlin" userId="d124c02f1cf0960d" providerId="LiveId" clId="{2B490E0F-513B-4F50-8229-1791D5AB3DEF}"/>
    <pc:docChg chg="undo custSel addSld delSld modSld sldOrd">
      <pc:chgData name="Robert Timlin" userId="d124c02f1cf0960d" providerId="LiveId" clId="{2B490E0F-513B-4F50-8229-1791D5AB3DEF}" dt="2024-05-30T12:34:46.236" v="1793" actId="12"/>
      <pc:docMkLst>
        <pc:docMk/>
      </pc:docMkLst>
      <pc:sldChg chg="modSp mod">
        <pc:chgData name="Robert Timlin" userId="d124c02f1cf0960d" providerId="LiveId" clId="{2B490E0F-513B-4F50-8229-1791D5AB3DEF}" dt="2024-05-29T11:02:00.833" v="4" actId="20577"/>
        <pc:sldMkLst>
          <pc:docMk/>
          <pc:sldMk cId="2045926716" sldId="256"/>
        </pc:sldMkLst>
        <pc:spChg chg="mod">
          <ac:chgData name="Robert Timlin" userId="d124c02f1cf0960d" providerId="LiveId" clId="{2B490E0F-513B-4F50-8229-1791D5AB3DEF}" dt="2024-05-29T11:02:00.833" v="4" actId="20577"/>
          <ac:spMkLst>
            <pc:docMk/>
            <pc:sldMk cId="2045926716" sldId="256"/>
            <ac:spMk id="3" creationId="{D94D1DB5-BA77-C674-7DEA-5C9C2BAC7B70}"/>
          </ac:spMkLst>
        </pc:spChg>
      </pc:sldChg>
      <pc:sldChg chg="modSp mod">
        <pc:chgData name="Robert Timlin" userId="d124c02f1cf0960d" providerId="LiveId" clId="{2B490E0F-513B-4F50-8229-1791D5AB3DEF}" dt="2024-05-29T11:02:11.443" v="6" actId="113"/>
        <pc:sldMkLst>
          <pc:docMk/>
          <pc:sldMk cId="2890455652" sldId="268"/>
        </pc:sldMkLst>
        <pc:spChg chg="mod">
          <ac:chgData name="Robert Timlin" userId="d124c02f1cf0960d" providerId="LiveId" clId="{2B490E0F-513B-4F50-8229-1791D5AB3DEF}" dt="2024-05-29T11:02:11.443" v="6" actId="113"/>
          <ac:spMkLst>
            <pc:docMk/>
            <pc:sldMk cId="2890455652" sldId="268"/>
            <ac:spMk id="3" creationId="{CBEE6D64-96DA-7CF2-3842-F404BE96955E}"/>
          </ac:spMkLst>
        </pc:spChg>
      </pc:sldChg>
      <pc:sldChg chg="addSp delSp modSp mod">
        <pc:chgData name="Robert Timlin" userId="d124c02f1cf0960d" providerId="LiveId" clId="{2B490E0F-513B-4F50-8229-1791D5AB3DEF}" dt="2024-05-29T11:18:02.926" v="30"/>
        <pc:sldMkLst>
          <pc:docMk/>
          <pc:sldMk cId="2448862193" sldId="279"/>
        </pc:sldMkLst>
        <pc:spChg chg="mod">
          <ac:chgData name="Robert Timlin" userId="d124c02f1cf0960d" providerId="LiveId" clId="{2B490E0F-513B-4F50-8229-1791D5AB3DEF}" dt="2024-05-29T11:02:26.929" v="27" actId="20577"/>
          <ac:spMkLst>
            <pc:docMk/>
            <pc:sldMk cId="2448862193" sldId="279"/>
            <ac:spMk id="2" creationId="{542026BB-69D0-7220-FB4A-DE83D4A01B25}"/>
          </ac:spMkLst>
        </pc:spChg>
        <pc:spChg chg="add del mod">
          <ac:chgData name="Robert Timlin" userId="d124c02f1cf0960d" providerId="LiveId" clId="{2B490E0F-513B-4F50-8229-1791D5AB3DEF}" dt="2024-05-29T11:18:02.926" v="30"/>
          <ac:spMkLst>
            <pc:docMk/>
            <pc:sldMk cId="2448862193" sldId="279"/>
            <ac:spMk id="3" creationId="{0C3A792E-DFB2-6277-D807-7ACC42733D70}"/>
          </ac:spMkLst>
        </pc:spChg>
        <pc:spChg chg="add mod">
          <ac:chgData name="Robert Timlin" userId="d124c02f1cf0960d" providerId="LiveId" clId="{2B490E0F-513B-4F50-8229-1791D5AB3DEF}" dt="2024-05-29T11:17:50.658" v="29"/>
          <ac:spMkLst>
            <pc:docMk/>
            <pc:sldMk cId="2448862193" sldId="279"/>
            <ac:spMk id="4" creationId="{D747C221-02EE-107D-3305-01C9F24B92C3}"/>
          </ac:spMkLst>
        </pc:spChg>
      </pc:sldChg>
      <pc:sldChg chg="del">
        <pc:chgData name="Robert Timlin" userId="d124c02f1cf0960d" providerId="LiveId" clId="{2B490E0F-513B-4F50-8229-1791D5AB3DEF}" dt="2024-05-29T12:12:50.626" v="1523" actId="47"/>
        <pc:sldMkLst>
          <pc:docMk/>
          <pc:sldMk cId="2220772602" sldId="280"/>
        </pc:sldMkLst>
      </pc:sldChg>
      <pc:sldChg chg="del">
        <pc:chgData name="Robert Timlin" userId="d124c02f1cf0960d" providerId="LiveId" clId="{2B490E0F-513B-4F50-8229-1791D5AB3DEF}" dt="2024-05-29T12:12:49.470" v="1522" actId="47"/>
        <pc:sldMkLst>
          <pc:docMk/>
          <pc:sldMk cId="3278698188" sldId="300"/>
        </pc:sldMkLst>
      </pc:sldChg>
      <pc:sldChg chg="delSp modSp mod">
        <pc:chgData name="Robert Timlin" userId="d124c02f1cf0960d" providerId="LiveId" clId="{2B490E0F-513B-4F50-8229-1791D5AB3DEF}" dt="2024-05-29T11:33:45.864" v="772"/>
        <pc:sldMkLst>
          <pc:docMk/>
          <pc:sldMk cId="2659466584" sldId="302"/>
        </pc:sldMkLst>
        <pc:spChg chg="mod">
          <ac:chgData name="Robert Timlin" userId="d124c02f1cf0960d" providerId="LiveId" clId="{2B490E0F-513B-4F50-8229-1791D5AB3DEF}" dt="2024-05-29T11:33:21.462" v="770"/>
          <ac:spMkLst>
            <pc:docMk/>
            <pc:sldMk cId="2659466584" sldId="302"/>
            <ac:spMk id="2" creationId="{542026BB-69D0-7220-FB4A-DE83D4A01B25}"/>
          </ac:spMkLst>
        </pc:spChg>
        <pc:spChg chg="mod">
          <ac:chgData name="Robert Timlin" userId="d124c02f1cf0960d" providerId="LiveId" clId="{2B490E0F-513B-4F50-8229-1791D5AB3DEF}" dt="2024-05-29T11:33:45.864" v="772"/>
          <ac:spMkLst>
            <pc:docMk/>
            <pc:sldMk cId="2659466584" sldId="302"/>
            <ac:spMk id="3" creationId="{0C3A792E-DFB2-6277-D807-7ACC42733D70}"/>
          </ac:spMkLst>
        </pc:spChg>
        <pc:picChg chg="del">
          <ac:chgData name="Robert Timlin" userId="d124c02f1cf0960d" providerId="LiveId" clId="{2B490E0F-513B-4F50-8229-1791D5AB3DEF}" dt="2024-05-29T11:33:32.007" v="771" actId="478"/>
          <ac:picMkLst>
            <pc:docMk/>
            <pc:sldMk cId="2659466584" sldId="302"/>
            <ac:picMk id="6" creationId="{96902EA8-82AB-E925-D838-A88A154B835E}"/>
          </ac:picMkLst>
        </pc:picChg>
      </pc:sldChg>
      <pc:sldChg chg="delSp modSp mod">
        <pc:chgData name="Robert Timlin" userId="d124c02f1cf0960d" providerId="LiveId" clId="{2B490E0F-513B-4F50-8229-1791D5AB3DEF}" dt="2024-05-29T11:34:29.445" v="782" actId="20577"/>
        <pc:sldMkLst>
          <pc:docMk/>
          <pc:sldMk cId="3344806887" sldId="304"/>
        </pc:sldMkLst>
        <pc:spChg chg="mod">
          <ac:chgData name="Robert Timlin" userId="d124c02f1cf0960d" providerId="LiveId" clId="{2B490E0F-513B-4F50-8229-1791D5AB3DEF}" dt="2024-05-29T11:34:21.509" v="776" actId="20577"/>
          <ac:spMkLst>
            <pc:docMk/>
            <pc:sldMk cId="3344806887" sldId="304"/>
            <ac:spMk id="2" creationId="{542026BB-69D0-7220-FB4A-DE83D4A01B25}"/>
          </ac:spMkLst>
        </pc:spChg>
        <pc:spChg chg="mod">
          <ac:chgData name="Robert Timlin" userId="d124c02f1cf0960d" providerId="LiveId" clId="{2B490E0F-513B-4F50-8229-1791D5AB3DEF}" dt="2024-05-29T11:34:29.445" v="782" actId="20577"/>
          <ac:spMkLst>
            <pc:docMk/>
            <pc:sldMk cId="3344806887" sldId="304"/>
            <ac:spMk id="3" creationId="{0C3A792E-DFB2-6277-D807-7ACC42733D70}"/>
          </ac:spMkLst>
        </pc:spChg>
        <pc:picChg chg="del">
          <ac:chgData name="Robert Timlin" userId="d124c02f1cf0960d" providerId="LiveId" clId="{2B490E0F-513B-4F50-8229-1791D5AB3DEF}" dt="2024-05-29T11:34:23.934" v="777" actId="478"/>
          <ac:picMkLst>
            <pc:docMk/>
            <pc:sldMk cId="3344806887" sldId="304"/>
            <ac:picMk id="5" creationId="{FF53AB3A-3A44-B393-B710-C310B8BFC7FE}"/>
          </ac:picMkLst>
        </pc:picChg>
      </pc:sldChg>
      <pc:sldChg chg="addSp delSp modSp mod">
        <pc:chgData name="Robert Timlin" userId="d124c02f1cf0960d" providerId="LiveId" clId="{2B490E0F-513B-4F50-8229-1791D5AB3DEF}" dt="2024-05-29T11:31:06.193" v="769" actId="27636"/>
        <pc:sldMkLst>
          <pc:docMk/>
          <pc:sldMk cId="2354023255" sldId="314"/>
        </pc:sldMkLst>
        <pc:spChg chg="mod">
          <ac:chgData name="Robert Timlin" userId="d124c02f1cf0960d" providerId="LiveId" clId="{2B490E0F-513B-4F50-8229-1791D5AB3DEF}" dt="2024-05-29T11:29:46.953" v="718" actId="20577"/>
          <ac:spMkLst>
            <pc:docMk/>
            <pc:sldMk cId="2354023255" sldId="314"/>
            <ac:spMk id="2" creationId="{126FAA97-93AD-6A0A-9A78-DDCD39C07982}"/>
          </ac:spMkLst>
        </pc:spChg>
        <pc:spChg chg="add mod">
          <ac:chgData name="Robert Timlin" userId="d124c02f1cf0960d" providerId="LiveId" clId="{2B490E0F-513B-4F50-8229-1791D5AB3DEF}" dt="2024-05-29T11:31:06.193" v="769" actId="27636"/>
          <ac:spMkLst>
            <pc:docMk/>
            <pc:sldMk cId="2354023255" sldId="314"/>
            <ac:spMk id="4" creationId="{BBA75450-2B62-7FE2-1477-62A94EDA7015}"/>
          </ac:spMkLst>
        </pc:spChg>
        <pc:picChg chg="del">
          <ac:chgData name="Robert Timlin" userId="d124c02f1cf0960d" providerId="LiveId" clId="{2B490E0F-513B-4F50-8229-1791D5AB3DEF}" dt="2024-05-29T11:29:29.023" v="703" actId="478"/>
          <ac:picMkLst>
            <pc:docMk/>
            <pc:sldMk cId="2354023255" sldId="314"/>
            <ac:picMk id="5" creationId="{54C94750-C34B-A31B-1D34-C69F48A151B3}"/>
          </ac:picMkLst>
        </pc:picChg>
      </pc:sldChg>
      <pc:sldChg chg="delSp modSp mod">
        <pc:chgData name="Robert Timlin" userId="d124c02f1cf0960d" providerId="LiveId" clId="{2B490E0F-513B-4F50-8229-1791D5AB3DEF}" dt="2024-05-29T11:41:47.011" v="1118" actId="27636"/>
        <pc:sldMkLst>
          <pc:docMk/>
          <pc:sldMk cId="84411835" sldId="315"/>
        </pc:sldMkLst>
        <pc:spChg chg="mod">
          <ac:chgData name="Robert Timlin" userId="d124c02f1cf0960d" providerId="LiveId" clId="{2B490E0F-513B-4F50-8229-1791D5AB3DEF}" dt="2024-05-29T11:39:13.758" v="994" actId="20577"/>
          <ac:spMkLst>
            <pc:docMk/>
            <pc:sldMk cId="84411835" sldId="315"/>
            <ac:spMk id="2" creationId="{1CE3DC13-132D-7907-29FF-421121069B04}"/>
          </ac:spMkLst>
        </pc:spChg>
        <pc:spChg chg="mod">
          <ac:chgData name="Robert Timlin" userId="d124c02f1cf0960d" providerId="LiveId" clId="{2B490E0F-513B-4F50-8229-1791D5AB3DEF}" dt="2024-05-29T11:41:47.011" v="1118" actId="27636"/>
          <ac:spMkLst>
            <pc:docMk/>
            <pc:sldMk cId="84411835" sldId="315"/>
            <ac:spMk id="3" creationId="{9585B3B1-768B-2C50-5195-3DA7CD8CBA5A}"/>
          </ac:spMkLst>
        </pc:spChg>
        <pc:picChg chg="del">
          <ac:chgData name="Robert Timlin" userId="d124c02f1cf0960d" providerId="LiveId" clId="{2B490E0F-513B-4F50-8229-1791D5AB3DEF}" dt="2024-05-29T11:39:07.145" v="990" actId="478"/>
          <ac:picMkLst>
            <pc:docMk/>
            <pc:sldMk cId="84411835" sldId="315"/>
            <ac:picMk id="6" creationId="{413A9AAE-A725-FDB7-59EE-4CB132EDF2DF}"/>
          </ac:picMkLst>
        </pc:picChg>
      </pc:sldChg>
      <pc:sldChg chg="addSp delSp modSp mod">
        <pc:chgData name="Robert Timlin" userId="d124c02f1cf0960d" providerId="LiveId" clId="{2B490E0F-513B-4F50-8229-1791D5AB3DEF}" dt="2024-05-29T11:46:28.612" v="1229" actId="20577"/>
        <pc:sldMkLst>
          <pc:docMk/>
          <pc:sldMk cId="280872870" sldId="316"/>
        </pc:sldMkLst>
        <pc:spChg chg="mod">
          <ac:chgData name="Robert Timlin" userId="d124c02f1cf0960d" providerId="LiveId" clId="{2B490E0F-513B-4F50-8229-1791D5AB3DEF}" dt="2024-05-29T11:46:28.612" v="1229" actId="20577"/>
          <ac:spMkLst>
            <pc:docMk/>
            <pc:sldMk cId="280872870" sldId="316"/>
            <ac:spMk id="2" creationId="{3CDA062C-155A-EEA3-3CB9-19BC6FDDC795}"/>
          </ac:spMkLst>
        </pc:spChg>
        <pc:spChg chg="mod">
          <ac:chgData name="Robert Timlin" userId="d124c02f1cf0960d" providerId="LiveId" clId="{2B490E0F-513B-4F50-8229-1791D5AB3DEF}" dt="2024-05-29T11:46:23.383" v="1224" actId="20577"/>
          <ac:spMkLst>
            <pc:docMk/>
            <pc:sldMk cId="280872870" sldId="316"/>
            <ac:spMk id="3" creationId="{472BF491-3AED-0248-746F-1189E00A533A}"/>
          </ac:spMkLst>
        </pc:spChg>
        <pc:spChg chg="add del">
          <ac:chgData name="Robert Timlin" userId="d124c02f1cf0960d" providerId="LiveId" clId="{2B490E0F-513B-4F50-8229-1791D5AB3DEF}" dt="2024-05-29T11:45:58.852" v="1190" actId="22"/>
          <ac:spMkLst>
            <pc:docMk/>
            <pc:sldMk cId="280872870" sldId="316"/>
            <ac:spMk id="5" creationId="{DCF942C0-AEF3-145B-219D-5DA4CA56FDA4}"/>
          </ac:spMkLst>
        </pc:spChg>
        <pc:picChg chg="del">
          <ac:chgData name="Robert Timlin" userId="d124c02f1cf0960d" providerId="LiveId" clId="{2B490E0F-513B-4F50-8229-1791D5AB3DEF}" dt="2024-05-29T11:45:55.316" v="1188" actId="478"/>
          <ac:picMkLst>
            <pc:docMk/>
            <pc:sldMk cId="280872870" sldId="316"/>
            <ac:picMk id="6" creationId="{3F488D2A-3730-748E-0B35-7E872DEFFCAA}"/>
          </ac:picMkLst>
        </pc:picChg>
      </pc:sldChg>
      <pc:sldChg chg="delSp modSp mod">
        <pc:chgData name="Robert Timlin" userId="d124c02f1cf0960d" providerId="LiveId" clId="{2B490E0F-513B-4F50-8229-1791D5AB3DEF}" dt="2024-05-29T11:48:40.668" v="1269" actId="20577"/>
        <pc:sldMkLst>
          <pc:docMk/>
          <pc:sldMk cId="1104898752" sldId="317"/>
        </pc:sldMkLst>
        <pc:spChg chg="mod">
          <ac:chgData name="Robert Timlin" userId="d124c02f1cf0960d" providerId="LiveId" clId="{2B490E0F-513B-4F50-8229-1791D5AB3DEF}" dt="2024-05-29T11:48:40.668" v="1269" actId="20577"/>
          <ac:spMkLst>
            <pc:docMk/>
            <pc:sldMk cId="1104898752" sldId="317"/>
            <ac:spMk id="2" creationId="{FFED9DF9-E716-5A07-82C3-DAA1C722993D}"/>
          </ac:spMkLst>
        </pc:spChg>
        <pc:spChg chg="mod">
          <ac:chgData name="Robert Timlin" userId="d124c02f1cf0960d" providerId="LiveId" clId="{2B490E0F-513B-4F50-8229-1791D5AB3DEF}" dt="2024-05-29T11:47:34.586" v="1260" actId="6549"/>
          <ac:spMkLst>
            <pc:docMk/>
            <pc:sldMk cId="1104898752" sldId="317"/>
            <ac:spMk id="3" creationId="{54EF26FF-2EE6-1F00-D765-06751F5E793F}"/>
          </ac:spMkLst>
        </pc:spChg>
        <pc:picChg chg="del">
          <ac:chgData name="Robert Timlin" userId="d124c02f1cf0960d" providerId="LiveId" clId="{2B490E0F-513B-4F50-8229-1791D5AB3DEF}" dt="2024-05-29T11:47:05.245" v="1230" actId="478"/>
          <ac:picMkLst>
            <pc:docMk/>
            <pc:sldMk cId="1104898752" sldId="317"/>
            <ac:picMk id="6" creationId="{46E9279B-6163-07A7-F608-444AB2A431CE}"/>
          </ac:picMkLst>
        </pc:picChg>
      </pc:sldChg>
      <pc:sldChg chg="addSp modSp mod">
        <pc:chgData name="Robert Timlin" userId="d124c02f1cf0960d" providerId="LiveId" clId="{2B490E0F-513B-4F50-8229-1791D5AB3DEF}" dt="2024-05-30T11:20:05.207" v="1589" actId="20577"/>
        <pc:sldMkLst>
          <pc:docMk/>
          <pc:sldMk cId="2293559796" sldId="324"/>
        </pc:sldMkLst>
        <pc:spChg chg="mod">
          <ac:chgData name="Robert Timlin" userId="d124c02f1cf0960d" providerId="LiveId" clId="{2B490E0F-513B-4F50-8229-1791D5AB3DEF}" dt="2024-05-30T11:20:05.207" v="1589" actId="20577"/>
          <ac:spMkLst>
            <pc:docMk/>
            <pc:sldMk cId="2293559796" sldId="324"/>
            <ac:spMk id="2" creationId="{542026BB-69D0-7220-FB4A-DE83D4A01B25}"/>
          </ac:spMkLst>
        </pc:spChg>
        <pc:spChg chg="mod">
          <ac:chgData name="Robert Timlin" userId="d124c02f1cf0960d" providerId="LiveId" clId="{2B490E0F-513B-4F50-8229-1791D5AB3DEF}" dt="2024-05-29T11:23:31.179" v="390"/>
          <ac:spMkLst>
            <pc:docMk/>
            <pc:sldMk cId="2293559796" sldId="324"/>
            <ac:spMk id="3" creationId="{0C3A792E-DFB2-6277-D807-7ACC42733D70}"/>
          </ac:spMkLst>
        </pc:spChg>
        <pc:spChg chg="add">
          <ac:chgData name="Robert Timlin" userId="d124c02f1cf0960d" providerId="LiveId" clId="{2B490E0F-513B-4F50-8229-1791D5AB3DEF}" dt="2024-05-29T11:19:41.235" v="122"/>
          <ac:spMkLst>
            <pc:docMk/>
            <pc:sldMk cId="2293559796" sldId="324"/>
            <ac:spMk id="4" creationId="{0D20E926-F9C4-8BFA-0F1A-826DE616837D}"/>
          </ac:spMkLst>
        </pc:spChg>
      </pc:sldChg>
      <pc:sldChg chg="addSp modSp mod">
        <pc:chgData name="Robert Timlin" userId="d124c02f1cf0960d" providerId="LiveId" clId="{2B490E0F-513B-4F50-8229-1791D5AB3DEF}" dt="2024-05-29T12:39:58.827" v="1535" actId="20577"/>
        <pc:sldMkLst>
          <pc:docMk/>
          <pc:sldMk cId="917187878" sldId="325"/>
        </pc:sldMkLst>
        <pc:spChg chg="mod">
          <ac:chgData name="Robert Timlin" userId="d124c02f1cf0960d" providerId="LiveId" clId="{2B490E0F-513B-4F50-8229-1791D5AB3DEF}" dt="2024-05-29T12:39:58.827" v="1535" actId="20577"/>
          <ac:spMkLst>
            <pc:docMk/>
            <pc:sldMk cId="917187878" sldId="325"/>
            <ac:spMk id="2" creationId="{542026BB-69D0-7220-FB4A-DE83D4A01B25}"/>
          </ac:spMkLst>
        </pc:spChg>
        <pc:spChg chg="mod">
          <ac:chgData name="Robert Timlin" userId="d124c02f1cf0960d" providerId="LiveId" clId="{2B490E0F-513B-4F50-8229-1791D5AB3DEF}" dt="2024-05-29T11:28:41.162" v="693" actId="20577"/>
          <ac:spMkLst>
            <pc:docMk/>
            <pc:sldMk cId="917187878" sldId="325"/>
            <ac:spMk id="3" creationId="{0C3A792E-DFB2-6277-D807-7ACC42733D70}"/>
          </ac:spMkLst>
        </pc:spChg>
        <pc:spChg chg="add">
          <ac:chgData name="Robert Timlin" userId="d124c02f1cf0960d" providerId="LiveId" clId="{2B490E0F-513B-4F50-8229-1791D5AB3DEF}" dt="2024-05-29T11:23:02.655" v="367"/>
          <ac:spMkLst>
            <pc:docMk/>
            <pc:sldMk cId="917187878" sldId="325"/>
            <ac:spMk id="4" creationId="{DC73659F-9F5F-C8DF-9A78-458A16786E20}"/>
          </ac:spMkLst>
        </pc:spChg>
      </pc:sldChg>
      <pc:sldChg chg="modSp mod">
        <pc:chgData name="Robert Timlin" userId="d124c02f1cf0960d" providerId="LiveId" clId="{2B490E0F-513B-4F50-8229-1791D5AB3DEF}" dt="2024-05-29T11:29:22" v="702" actId="20577"/>
        <pc:sldMkLst>
          <pc:docMk/>
          <pc:sldMk cId="3855617541" sldId="326"/>
        </pc:sldMkLst>
        <pc:spChg chg="mod">
          <ac:chgData name="Robert Timlin" userId="d124c02f1cf0960d" providerId="LiveId" clId="{2B490E0F-513B-4F50-8229-1791D5AB3DEF}" dt="2024-05-29T11:25:22.450" v="460"/>
          <ac:spMkLst>
            <pc:docMk/>
            <pc:sldMk cId="3855617541" sldId="326"/>
            <ac:spMk id="2" creationId="{542026BB-69D0-7220-FB4A-DE83D4A01B25}"/>
          </ac:spMkLst>
        </pc:spChg>
        <pc:spChg chg="mod">
          <ac:chgData name="Robert Timlin" userId="d124c02f1cf0960d" providerId="LiveId" clId="{2B490E0F-513B-4F50-8229-1791D5AB3DEF}" dt="2024-05-29T11:29:22" v="702" actId="20577"/>
          <ac:spMkLst>
            <pc:docMk/>
            <pc:sldMk cId="3855617541" sldId="326"/>
            <ac:spMk id="3" creationId="{0C3A792E-DFB2-6277-D807-7ACC42733D70}"/>
          </ac:spMkLst>
        </pc:spChg>
      </pc:sldChg>
      <pc:sldChg chg="delSp modSp mod">
        <pc:chgData name="Robert Timlin" userId="d124c02f1cf0960d" providerId="LiveId" clId="{2B490E0F-513B-4F50-8229-1791D5AB3DEF}" dt="2024-05-29T11:36:28.158" v="881" actId="20577"/>
        <pc:sldMkLst>
          <pc:docMk/>
          <pc:sldMk cId="3421320435" sldId="327"/>
        </pc:sldMkLst>
        <pc:spChg chg="mod">
          <ac:chgData name="Robert Timlin" userId="d124c02f1cf0960d" providerId="LiveId" clId="{2B490E0F-513B-4F50-8229-1791D5AB3DEF}" dt="2024-05-29T11:35:32.399" v="794" actId="20577"/>
          <ac:spMkLst>
            <pc:docMk/>
            <pc:sldMk cId="3421320435" sldId="327"/>
            <ac:spMk id="2" creationId="{542026BB-69D0-7220-FB4A-DE83D4A01B25}"/>
          </ac:spMkLst>
        </pc:spChg>
        <pc:spChg chg="mod">
          <ac:chgData name="Robert Timlin" userId="d124c02f1cf0960d" providerId="LiveId" clId="{2B490E0F-513B-4F50-8229-1791D5AB3DEF}" dt="2024-05-29T11:36:28.158" v="881" actId="20577"/>
          <ac:spMkLst>
            <pc:docMk/>
            <pc:sldMk cId="3421320435" sldId="327"/>
            <ac:spMk id="3" creationId="{0C3A792E-DFB2-6277-D807-7ACC42733D70}"/>
          </ac:spMkLst>
        </pc:spChg>
        <pc:picChg chg="del">
          <ac:chgData name="Robert Timlin" userId="d124c02f1cf0960d" providerId="LiveId" clId="{2B490E0F-513B-4F50-8229-1791D5AB3DEF}" dt="2024-05-29T11:35:34.793" v="795" actId="478"/>
          <ac:picMkLst>
            <pc:docMk/>
            <pc:sldMk cId="3421320435" sldId="327"/>
            <ac:picMk id="5" creationId="{58A2471D-2476-7498-F852-8119CB191F55}"/>
          </ac:picMkLst>
        </pc:picChg>
      </pc:sldChg>
      <pc:sldChg chg="delSp modSp mod">
        <pc:chgData name="Robert Timlin" userId="d124c02f1cf0960d" providerId="LiveId" clId="{2B490E0F-513B-4F50-8229-1791D5AB3DEF}" dt="2024-05-29T11:38:32.316" v="983" actId="2711"/>
        <pc:sldMkLst>
          <pc:docMk/>
          <pc:sldMk cId="3852996370" sldId="333"/>
        </pc:sldMkLst>
        <pc:spChg chg="mod">
          <ac:chgData name="Robert Timlin" userId="d124c02f1cf0960d" providerId="LiveId" clId="{2B490E0F-513B-4F50-8229-1791D5AB3DEF}" dt="2024-05-29T11:36:45.163" v="886" actId="20577"/>
          <ac:spMkLst>
            <pc:docMk/>
            <pc:sldMk cId="3852996370" sldId="333"/>
            <ac:spMk id="2" creationId="{542026BB-69D0-7220-FB4A-DE83D4A01B25}"/>
          </ac:spMkLst>
        </pc:spChg>
        <pc:spChg chg="mod">
          <ac:chgData name="Robert Timlin" userId="d124c02f1cf0960d" providerId="LiveId" clId="{2B490E0F-513B-4F50-8229-1791D5AB3DEF}" dt="2024-05-29T11:38:32.316" v="983" actId="2711"/>
          <ac:spMkLst>
            <pc:docMk/>
            <pc:sldMk cId="3852996370" sldId="333"/>
            <ac:spMk id="3" creationId="{0C3A792E-DFB2-6277-D807-7ACC42733D70}"/>
          </ac:spMkLst>
        </pc:spChg>
        <pc:picChg chg="del">
          <ac:chgData name="Robert Timlin" userId="d124c02f1cf0960d" providerId="LiveId" clId="{2B490E0F-513B-4F50-8229-1791D5AB3DEF}" dt="2024-05-29T11:36:47.704" v="887" actId="478"/>
          <ac:picMkLst>
            <pc:docMk/>
            <pc:sldMk cId="3852996370" sldId="333"/>
            <ac:picMk id="6" creationId="{230F4886-C719-D737-289C-7881EA9B15DE}"/>
          </ac:picMkLst>
        </pc:picChg>
      </pc:sldChg>
      <pc:sldChg chg="delSp modSp mod">
        <pc:chgData name="Robert Timlin" userId="d124c02f1cf0960d" providerId="LiveId" clId="{2B490E0F-513B-4F50-8229-1791D5AB3DEF}" dt="2024-05-29T11:45:09.146" v="1177" actId="27636"/>
        <pc:sldMkLst>
          <pc:docMk/>
          <pc:sldMk cId="3795996760" sldId="334"/>
        </pc:sldMkLst>
        <pc:spChg chg="mod">
          <ac:chgData name="Robert Timlin" userId="d124c02f1cf0960d" providerId="LiveId" clId="{2B490E0F-513B-4F50-8229-1791D5AB3DEF}" dt="2024-05-29T11:41:56.438" v="1122" actId="20577"/>
          <ac:spMkLst>
            <pc:docMk/>
            <pc:sldMk cId="3795996760" sldId="334"/>
            <ac:spMk id="2" creationId="{1CE3DC13-132D-7907-29FF-421121069B04}"/>
          </ac:spMkLst>
        </pc:spChg>
        <pc:spChg chg="mod">
          <ac:chgData name="Robert Timlin" userId="d124c02f1cf0960d" providerId="LiveId" clId="{2B490E0F-513B-4F50-8229-1791D5AB3DEF}" dt="2024-05-29T11:45:09.146" v="1177" actId="27636"/>
          <ac:spMkLst>
            <pc:docMk/>
            <pc:sldMk cId="3795996760" sldId="334"/>
            <ac:spMk id="3" creationId="{9585B3B1-768B-2C50-5195-3DA7CD8CBA5A}"/>
          </ac:spMkLst>
        </pc:spChg>
        <pc:picChg chg="del">
          <ac:chgData name="Robert Timlin" userId="d124c02f1cf0960d" providerId="LiveId" clId="{2B490E0F-513B-4F50-8229-1791D5AB3DEF}" dt="2024-05-29T11:41:59.327" v="1123" actId="478"/>
          <ac:picMkLst>
            <pc:docMk/>
            <pc:sldMk cId="3795996760" sldId="334"/>
            <ac:picMk id="5" creationId="{019C578A-5181-6006-DE99-01EE45B812A8}"/>
          </ac:picMkLst>
        </pc:picChg>
      </pc:sldChg>
      <pc:sldChg chg="addSp delSp modSp mod">
        <pc:chgData name="Robert Timlin" userId="d124c02f1cf0960d" providerId="LiveId" clId="{2B490E0F-513B-4F50-8229-1791D5AB3DEF}" dt="2024-05-29T11:45:20.713" v="1187" actId="20577"/>
        <pc:sldMkLst>
          <pc:docMk/>
          <pc:sldMk cId="890178315" sldId="335"/>
        </pc:sldMkLst>
        <pc:spChg chg="mod">
          <ac:chgData name="Robert Timlin" userId="d124c02f1cf0960d" providerId="LiveId" clId="{2B490E0F-513B-4F50-8229-1791D5AB3DEF}" dt="2024-05-29T11:45:20.713" v="1187" actId="20577"/>
          <ac:spMkLst>
            <pc:docMk/>
            <pc:sldMk cId="890178315" sldId="335"/>
            <ac:spMk id="2" creationId="{1CE3DC13-132D-7907-29FF-421121069B04}"/>
          </ac:spMkLst>
        </pc:spChg>
        <pc:spChg chg="mod">
          <ac:chgData name="Robert Timlin" userId="d124c02f1cf0960d" providerId="LiveId" clId="{2B490E0F-513B-4F50-8229-1791D5AB3DEF}" dt="2024-05-29T11:45:15.241" v="1181" actId="20577"/>
          <ac:spMkLst>
            <pc:docMk/>
            <pc:sldMk cId="890178315" sldId="335"/>
            <ac:spMk id="3" creationId="{9585B3B1-768B-2C50-5195-3DA7CD8CBA5A}"/>
          </ac:spMkLst>
        </pc:spChg>
        <pc:spChg chg="add">
          <ac:chgData name="Robert Timlin" userId="d124c02f1cf0960d" providerId="LiveId" clId="{2B490E0F-513B-4F50-8229-1791D5AB3DEF}" dt="2024-05-29T11:44:00.776" v="1154"/>
          <ac:spMkLst>
            <pc:docMk/>
            <pc:sldMk cId="890178315" sldId="335"/>
            <ac:spMk id="4" creationId="{D311A653-A33F-3A36-4DED-8B2FDA54343E}"/>
          </ac:spMkLst>
        </pc:spChg>
        <pc:spChg chg="add">
          <ac:chgData name="Robert Timlin" userId="d124c02f1cf0960d" providerId="LiveId" clId="{2B490E0F-513B-4F50-8229-1791D5AB3DEF}" dt="2024-05-29T11:44:34.288" v="1158"/>
          <ac:spMkLst>
            <pc:docMk/>
            <pc:sldMk cId="890178315" sldId="335"/>
            <ac:spMk id="5" creationId="{283CA58A-FC96-1C77-B291-76562412A4B7}"/>
          </ac:spMkLst>
        </pc:spChg>
        <pc:picChg chg="del">
          <ac:chgData name="Robert Timlin" userId="d124c02f1cf0960d" providerId="LiveId" clId="{2B490E0F-513B-4F50-8229-1791D5AB3DEF}" dt="2024-05-29T11:43:58.561" v="1153" actId="478"/>
          <ac:picMkLst>
            <pc:docMk/>
            <pc:sldMk cId="890178315" sldId="335"/>
            <ac:picMk id="8" creationId="{51890C39-9D4D-39DB-BE4D-E675806A1BA1}"/>
          </ac:picMkLst>
        </pc:picChg>
      </pc:sldChg>
      <pc:sldChg chg="delSp del mod">
        <pc:chgData name="Robert Timlin" userId="d124c02f1cf0960d" providerId="LiveId" clId="{2B490E0F-513B-4F50-8229-1791D5AB3DEF}" dt="2024-05-30T12:14:18.316" v="1712" actId="47"/>
        <pc:sldMkLst>
          <pc:docMk/>
          <pc:sldMk cId="1632201218" sldId="336"/>
        </pc:sldMkLst>
        <pc:picChg chg="del">
          <ac:chgData name="Robert Timlin" userId="d124c02f1cf0960d" providerId="LiveId" clId="{2B490E0F-513B-4F50-8229-1791D5AB3DEF}" dt="2024-05-30T12:14:04.005" v="1711" actId="21"/>
          <ac:picMkLst>
            <pc:docMk/>
            <pc:sldMk cId="1632201218" sldId="336"/>
            <ac:picMk id="5" creationId="{4D4A6AAD-4011-C63E-AEF5-381A65AC1A4F}"/>
          </ac:picMkLst>
        </pc:picChg>
      </pc:sldChg>
      <pc:sldChg chg="delSp modSp mod">
        <pc:chgData name="Robert Timlin" userId="d124c02f1cf0960d" providerId="LiveId" clId="{2B490E0F-513B-4F50-8229-1791D5AB3DEF}" dt="2024-05-29T12:02:03.129" v="1343"/>
        <pc:sldMkLst>
          <pc:docMk/>
          <pc:sldMk cId="242574386" sldId="337"/>
        </pc:sldMkLst>
        <pc:spChg chg="mod">
          <ac:chgData name="Robert Timlin" userId="d124c02f1cf0960d" providerId="LiveId" clId="{2B490E0F-513B-4F50-8229-1791D5AB3DEF}" dt="2024-05-29T12:00:34.126" v="1285" actId="20577"/>
          <ac:spMkLst>
            <pc:docMk/>
            <pc:sldMk cId="242574386" sldId="337"/>
            <ac:spMk id="2" creationId="{FFED9DF9-E716-5A07-82C3-DAA1C722993D}"/>
          </ac:spMkLst>
        </pc:spChg>
        <pc:spChg chg="mod">
          <ac:chgData name="Robert Timlin" userId="d124c02f1cf0960d" providerId="LiveId" clId="{2B490E0F-513B-4F50-8229-1791D5AB3DEF}" dt="2024-05-29T12:02:03.129" v="1343"/>
          <ac:spMkLst>
            <pc:docMk/>
            <pc:sldMk cId="242574386" sldId="337"/>
            <ac:spMk id="3" creationId="{54EF26FF-2EE6-1F00-D765-06751F5E793F}"/>
          </ac:spMkLst>
        </pc:spChg>
        <pc:picChg chg="del">
          <ac:chgData name="Robert Timlin" userId="d124c02f1cf0960d" providerId="LiveId" clId="{2B490E0F-513B-4F50-8229-1791D5AB3DEF}" dt="2024-05-29T12:00:36.804" v="1286" actId="478"/>
          <ac:picMkLst>
            <pc:docMk/>
            <pc:sldMk cId="242574386" sldId="337"/>
            <ac:picMk id="5" creationId="{39F22D05-5822-8DF3-0942-0EC89103BB63}"/>
          </ac:picMkLst>
        </pc:picChg>
      </pc:sldChg>
      <pc:sldChg chg="delSp modSp mod">
        <pc:chgData name="Robert Timlin" userId="d124c02f1cf0960d" providerId="LiveId" clId="{2B490E0F-513B-4F50-8229-1791D5AB3DEF}" dt="2024-05-29T12:05:33.650" v="1475" actId="27636"/>
        <pc:sldMkLst>
          <pc:docMk/>
          <pc:sldMk cId="2185302329" sldId="338"/>
        </pc:sldMkLst>
        <pc:spChg chg="mod">
          <ac:chgData name="Robert Timlin" userId="d124c02f1cf0960d" providerId="LiveId" clId="{2B490E0F-513B-4F50-8229-1791D5AB3DEF}" dt="2024-05-29T12:02:26.047" v="1344"/>
          <ac:spMkLst>
            <pc:docMk/>
            <pc:sldMk cId="2185302329" sldId="338"/>
            <ac:spMk id="2" creationId="{FFED9DF9-E716-5A07-82C3-DAA1C722993D}"/>
          </ac:spMkLst>
        </pc:spChg>
        <pc:spChg chg="mod">
          <ac:chgData name="Robert Timlin" userId="d124c02f1cf0960d" providerId="LiveId" clId="{2B490E0F-513B-4F50-8229-1791D5AB3DEF}" dt="2024-05-29T12:05:33.650" v="1475" actId="27636"/>
          <ac:spMkLst>
            <pc:docMk/>
            <pc:sldMk cId="2185302329" sldId="338"/>
            <ac:spMk id="3" creationId="{54EF26FF-2EE6-1F00-D765-06751F5E793F}"/>
          </ac:spMkLst>
        </pc:spChg>
        <pc:picChg chg="del">
          <ac:chgData name="Robert Timlin" userId="d124c02f1cf0960d" providerId="LiveId" clId="{2B490E0F-513B-4F50-8229-1791D5AB3DEF}" dt="2024-05-29T12:02:27.785" v="1345" actId="478"/>
          <ac:picMkLst>
            <pc:docMk/>
            <pc:sldMk cId="2185302329" sldId="338"/>
            <ac:picMk id="6" creationId="{1DEB3A34-6E5A-0869-F14A-C9E3F35DDBE3}"/>
          </ac:picMkLst>
        </pc:picChg>
      </pc:sldChg>
      <pc:sldChg chg="delSp modSp mod">
        <pc:chgData name="Robert Timlin" userId="d124c02f1cf0960d" providerId="LiveId" clId="{2B490E0F-513B-4F50-8229-1791D5AB3DEF}" dt="2024-05-29T12:10:35.795" v="1490" actId="27636"/>
        <pc:sldMkLst>
          <pc:docMk/>
          <pc:sldMk cId="3392904209" sldId="339"/>
        </pc:sldMkLst>
        <pc:spChg chg="mod">
          <ac:chgData name="Robert Timlin" userId="d124c02f1cf0960d" providerId="LiveId" clId="{2B490E0F-513B-4F50-8229-1791D5AB3DEF}" dt="2024-05-29T12:09:55.433" v="1480" actId="20577"/>
          <ac:spMkLst>
            <pc:docMk/>
            <pc:sldMk cId="3392904209" sldId="339"/>
            <ac:spMk id="2" creationId="{FFED9DF9-E716-5A07-82C3-DAA1C722993D}"/>
          </ac:spMkLst>
        </pc:spChg>
        <pc:spChg chg="mod">
          <ac:chgData name="Robert Timlin" userId="d124c02f1cf0960d" providerId="LiveId" clId="{2B490E0F-513B-4F50-8229-1791D5AB3DEF}" dt="2024-05-29T12:10:35.795" v="1490" actId="27636"/>
          <ac:spMkLst>
            <pc:docMk/>
            <pc:sldMk cId="3392904209" sldId="339"/>
            <ac:spMk id="3" creationId="{54EF26FF-2EE6-1F00-D765-06751F5E793F}"/>
          </ac:spMkLst>
        </pc:spChg>
        <pc:picChg chg="del">
          <ac:chgData name="Robert Timlin" userId="d124c02f1cf0960d" providerId="LiveId" clId="{2B490E0F-513B-4F50-8229-1791D5AB3DEF}" dt="2024-05-29T12:09:57.567" v="1481" actId="478"/>
          <ac:picMkLst>
            <pc:docMk/>
            <pc:sldMk cId="3392904209" sldId="339"/>
            <ac:picMk id="5" creationId="{DD1EC3BB-13BC-03AF-C2BD-4860EA098A1D}"/>
          </ac:picMkLst>
        </pc:picChg>
      </pc:sldChg>
      <pc:sldChg chg="delSp modSp mod">
        <pc:chgData name="Robert Timlin" userId="d124c02f1cf0960d" providerId="LiveId" clId="{2B490E0F-513B-4F50-8229-1791D5AB3DEF}" dt="2024-05-29T12:12:34.993" v="1516" actId="27636"/>
        <pc:sldMkLst>
          <pc:docMk/>
          <pc:sldMk cId="2538374287" sldId="340"/>
        </pc:sldMkLst>
        <pc:spChg chg="mod">
          <ac:chgData name="Robert Timlin" userId="d124c02f1cf0960d" providerId="LiveId" clId="{2B490E0F-513B-4F50-8229-1791D5AB3DEF}" dt="2024-05-29T12:11:40.892" v="1507" actId="20577"/>
          <ac:spMkLst>
            <pc:docMk/>
            <pc:sldMk cId="2538374287" sldId="340"/>
            <ac:spMk id="2" creationId="{FFED9DF9-E716-5A07-82C3-DAA1C722993D}"/>
          </ac:spMkLst>
        </pc:spChg>
        <pc:spChg chg="mod">
          <ac:chgData name="Robert Timlin" userId="d124c02f1cf0960d" providerId="LiveId" clId="{2B490E0F-513B-4F50-8229-1791D5AB3DEF}" dt="2024-05-29T12:12:34.993" v="1516" actId="27636"/>
          <ac:spMkLst>
            <pc:docMk/>
            <pc:sldMk cId="2538374287" sldId="340"/>
            <ac:spMk id="3" creationId="{54EF26FF-2EE6-1F00-D765-06751F5E793F}"/>
          </ac:spMkLst>
        </pc:spChg>
        <pc:picChg chg="del">
          <ac:chgData name="Robert Timlin" userId="d124c02f1cf0960d" providerId="LiveId" clId="{2B490E0F-513B-4F50-8229-1791D5AB3DEF}" dt="2024-05-29T12:11:46.900" v="1508" actId="478"/>
          <ac:picMkLst>
            <pc:docMk/>
            <pc:sldMk cId="2538374287" sldId="340"/>
            <ac:picMk id="6" creationId="{9C2A2BC5-DBA8-BCA0-78DA-8875E9C9EC13}"/>
          </ac:picMkLst>
        </pc:picChg>
      </pc:sldChg>
      <pc:sldChg chg="del">
        <pc:chgData name="Robert Timlin" userId="d124c02f1cf0960d" providerId="LiveId" clId="{2B490E0F-513B-4F50-8229-1791D5AB3DEF}" dt="2024-05-29T12:12:40.948" v="1517" actId="47"/>
        <pc:sldMkLst>
          <pc:docMk/>
          <pc:sldMk cId="1335032088" sldId="341"/>
        </pc:sldMkLst>
      </pc:sldChg>
      <pc:sldChg chg="del">
        <pc:chgData name="Robert Timlin" userId="d124c02f1cf0960d" providerId="LiveId" clId="{2B490E0F-513B-4F50-8229-1791D5AB3DEF}" dt="2024-05-29T12:12:43.373" v="1518" actId="47"/>
        <pc:sldMkLst>
          <pc:docMk/>
          <pc:sldMk cId="1505771649" sldId="342"/>
        </pc:sldMkLst>
      </pc:sldChg>
      <pc:sldChg chg="del">
        <pc:chgData name="Robert Timlin" userId="d124c02f1cf0960d" providerId="LiveId" clId="{2B490E0F-513B-4F50-8229-1791D5AB3DEF}" dt="2024-05-29T12:12:44.806" v="1519" actId="47"/>
        <pc:sldMkLst>
          <pc:docMk/>
          <pc:sldMk cId="1936293733" sldId="343"/>
        </pc:sldMkLst>
      </pc:sldChg>
      <pc:sldChg chg="del">
        <pc:chgData name="Robert Timlin" userId="d124c02f1cf0960d" providerId="LiveId" clId="{2B490E0F-513B-4F50-8229-1791D5AB3DEF}" dt="2024-05-29T12:12:46.118" v="1520" actId="47"/>
        <pc:sldMkLst>
          <pc:docMk/>
          <pc:sldMk cId="1096476592" sldId="344"/>
        </pc:sldMkLst>
      </pc:sldChg>
      <pc:sldChg chg="del">
        <pc:chgData name="Robert Timlin" userId="d124c02f1cf0960d" providerId="LiveId" clId="{2B490E0F-513B-4F50-8229-1791D5AB3DEF}" dt="2024-05-29T12:12:47.042" v="1521" actId="47"/>
        <pc:sldMkLst>
          <pc:docMk/>
          <pc:sldMk cId="4168872765" sldId="345"/>
        </pc:sldMkLst>
      </pc:sldChg>
      <pc:sldChg chg="del">
        <pc:chgData name="Robert Timlin" userId="d124c02f1cf0960d" providerId="LiveId" clId="{2B490E0F-513B-4F50-8229-1791D5AB3DEF}" dt="2024-05-29T12:12:51.867" v="1524" actId="47"/>
        <pc:sldMkLst>
          <pc:docMk/>
          <pc:sldMk cId="1748601622" sldId="346"/>
        </pc:sldMkLst>
      </pc:sldChg>
      <pc:sldChg chg="del">
        <pc:chgData name="Robert Timlin" userId="d124c02f1cf0960d" providerId="LiveId" clId="{2B490E0F-513B-4F50-8229-1791D5AB3DEF}" dt="2024-05-29T12:12:53.043" v="1525" actId="47"/>
        <pc:sldMkLst>
          <pc:docMk/>
          <pc:sldMk cId="2865616996" sldId="347"/>
        </pc:sldMkLst>
      </pc:sldChg>
      <pc:sldChg chg="del">
        <pc:chgData name="Robert Timlin" userId="d124c02f1cf0960d" providerId="LiveId" clId="{2B490E0F-513B-4F50-8229-1791D5AB3DEF}" dt="2024-05-29T12:13:00.627" v="1531" actId="47"/>
        <pc:sldMkLst>
          <pc:docMk/>
          <pc:sldMk cId="615238556" sldId="348"/>
        </pc:sldMkLst>
      </pc:sldChg>
      <pc:sldChg chg="del">
        <pc:chgData name="Robert Timlin" userId="d124c02f1cf0960d" providerId="LiveId" clId="{2B490E0F-513B-4F50-8229-1791D5AB3DEF}" dt="2024-05-29T12:12:54.229" v="1526" actId="47"/>
        <pc:sldMkLst>
          <pc:docMk/>
          <pc:sldMk cId="3275602252" sldId="349"/>
        </pc:sldMkLst>
      </pc:sldChg>
      <pc:sldChg chg="del">
        <pc:chgData name="Robert Timlin" userId="d124c02f1cf0960d" providerId="LiveId" clId="{2B490E0F-513B-4F50-8229-1791D5AB3DEF}" dt="2024-05-29T12:12:56.439" v="1527" actId="47"/>
        <pc:sldMkLst>
          <pc:docMk/>
          <pc:sldMk cId="2526564443" sldId="350"/>
        </pc:sldMkLst>
      </pc:sldChg>
      <pc:sldChg chg="del">
        <pc:chgData name="Robert Timlin" userId="d124c02f1cf0960d" providerId="LiveId" clId="{2B490E0F-513B-4F50-8229-1791D5AB3DEF}" dt="2024-05-29T12:12:57.761" v="1528" actId="47"/>
        <pc:sldMkLst>
          <pc:docMk/>
          <pc:sldMk cId="2775330565" sldId="351"/>
        </pc:sldMkLst>
      </pc:sldChg>
      <pc:sldChg chg="del">
        <pc:chgData name="Robert Timlin" userId="d124c02f1cf0960d" providerId="LiveId" clId="{2B490E0F-513B-4F50-8229-1791D5AB3DEF}" dt="2024-05-29T12:12:58.832" v="1529" actId="47"/>
        <pc:sldMkLst>
          <pc:docMk/>
          <pc:sldMk cId="3158458482" sldId="352"/>
        </pc:sldMkLst>
      </pc:sldChg>
      <pc:sldChg chg="del">
        <pc:chgData name="Robert Timlin" userId="d124c02f1cf0960d" providerId="LiveId" clId="{2B490E0F-513B-4F50-8229-1791D5AB3DEF}" dt="2024-05-29T12:12:59.809" v="1530" actId="47"/>
        <pc:sldMkLst>
          <pc:docMk/>
          <pc:sldMk cId="1053049425" sldId="353"/>
        </pc:sldMkLst>
      </pc:sldChg>
      <pc:sldChg chg="del">
        <pc:chgData name="Robert Timlin" userId="d124c02f1cf0960d" providerId="LiveId" clId="{2B490E0F-513B-4F50-8229-1791D5AB3DEF}" dt="2024-05-29T12:13:01.569" v="1532" actId="47"/>
        <pc:sldMkLst>
          <pc:docMk/>
          <pc:sldMk cId="3504830393" sldId="354"/>
        </pc:sldMkLst>
      </pc:sldChg>
      <pc:sldChg chg="delSp modSp mod">
        <pc:chgData name="Robert Timlin" userId="d124c02f1cf0960d" providerId="LiveId" clId="{2B490E0F-513B-4F50-8229-1791D5AB3DEF}" dt="2024-05-29T12:11:28.618" v="1503"/>
        <pc:sldMkLst>
          <pc:docMk/>
          <pc:sldMk cId="421561714" sldId="355"/>
        </pc:sldMkLst>
        <pc:spChg chg="mod">
          <ac:chgData name="Robert Timlin" userId="d124c02f1cf0960d" providerId="LiveId" clId="{2B490E0F-513B-4F50-8229-1791D5AB3DEF}" dt="2024-05-29T12:10:59.716" v="1496" actId="20577"/>
          <ac:spMkLst>
            <pc:docMk/>
            <pc:sldMk cId="421561714" sldId="355"/>
            <ac:spMk id="2" creationId="{FFED9DF9-E716-5A07-82C3-DAA1C722993D}"/>
          </ac:spMkLst>
        </pc:spChg>
        <pc:spChg chg="mod">
          <ac:chgData name="Robert Timlin" userId="d124c02f1cf0960d" providerId="LiveId" clId="{2B490E0F-513B-4F50-8229-1791D5AB3DEF}" dt="2024-05-29T12:11:28.618" v="1503"/>
          <ac:spMkLst>
            <pc:docMk/>
            <pc:sldMk cId="421561714" sldId="355"/>
            <ac:spMk id="3" creationId="{54EF26FF-2EE6-1F00-D765-06751F5E793F}"/>
          </ac:spMkLst>
        </pc:spChg>
        <pc:picChg chg="del">
          <ac:chgData name="Robert Timlin" userId="d124c02f1cf0960d" providerId="LiveId" clId="{2B490E0F-513B-4F50-8229-1791D5AB3DEF}" dt="2024-05-29T12:11:04.600" v="1498" actId="478"/>
          <ac:picMkLst>
            <pc:docMk/>
            <pc:sldMk cId="421561714" sldId="355"/>
            <ac:picMk id="6" creationId="{DA7FB27B-1916-007F-EE46-2A635B000B23}"/>
          </ac:picMkLst>
        </pc:picChg>
        <pc:picChg chg="del">
          <ac:chgData name="Robert Timlin" userId="d124c02f1cf0960d" providerId="LiveId" clId="{2B490E0F-513B-4F50-8229-1791D5AB3DEF}" dt="2024-05-29T12:11:02.704" v="1497" actId="478"/>
          <ac:picMkLst>
            <pc:docMk/>
            <pc:sldMk cId="421561714" sldId="355"/>
            <ac:picMk id="10" creationId="{3F3DD39D-0853-B983-CD03-F76B3ACFB366}"/>
          </ac:picMkLst>
        </pc:picChg>
      </pc:sldChg>
      <pc:sldChg chg="modSp new mod">
        <pc:chgData name="Robert Timlin" userId="d124c02f1cf0960d" providerId="LiveId" clId="{2B490E0F-513B-4F50-8229-1791D5AB3DEF}" dt="2024-05-29T12:43:38.633" v="1582" actId="20577"/>
        <pc:sldMkLst>
          <pc:docMk/>
          <pc:sldMk cId="2013785736" sldId="356"/>
        </pc:sldMkLst>
        <pc:spChg chg="mod">
          <ac:chgData name="Robert Timlin" userId="d124c02f1cf0960d" providerId="LiveId" clId="{2B490E0F-513B-4F50-8229-1791D5AB3DEF}" dt="2024-05-29T12:42:33.996" v="1551" actId="20577"/>
          <ac:spMkLst>
            <pc:docMk/>
            <pc:sldMk cId="2013785736" sldId="356"/>
            <ac:spMk id="2" creationId="{12F8BE56-5B71-C975-A109-5D7BBC2D9ABA}"/>
          </ac:spMkLst>
        </pc:spChg>
        <pc:spChg chg="mod">
          <ac:chgData name="Robert Timlin" userId="d124c02f1cf0960d" providerId="LiveId" clId="{2B490E0F-513B-4F50-8229-1791D5AB3DEF}" dt="2024-05-29T12:43:38.633" v="1582" actId="20577"/>
          <ac:spMkLst>
            <pc:docMk/>
            <pc:sldMk cId="2013785736" sldId="356"/>
            <ac:spMk id="3" creationId="{5D7B55D5-1038-D5BE-A632-02FF4E2B003B}"/>
          </ac:spMkLst>
        </pc:spChg>
      </pc:sldChg>
      <pc:sldChg chg="modSp new mod">
        <pc:chgData name="Robert Timlin" userId="d124c02f1cf0960d" providerId="LiveId" clId="{2B490E0F-513B-4F50-8229-1791D5AB3DEF}" dt="2024-05-30T11:38:09.243" v="1595"/>
        <pc:sldMkLst>
          <pc:docMk/>
          <pc:sldMk cId="1606782624" sldId="357"/>
        </pc:sldMkLst>
        <pc:spChg chg="mod">
          <ac:chgData name="Robert Timlin" userId="d124c02f1cf0960d" providerId="LiveId" clId="{2B490E0F-513B-4F50-8229-1791D5AB3DEF}" dt="2024-05-30T11:38:09.243" v="1595"/>
          <ac:spMkLst>
            <pc:docMk/>
            <pc:sldMk cId="1606782624" sldId="357"/>
            <ac:spMk id="3" creationId="{A60FF17A-0B42-E11C-BBF4-17CF0D60729B}"/>
          </ac:spMkLst>
        </pc:spChg>
      </pc:sldChg>
      <pc:sldChg chg="addSp modSp new mod ord">
        <pc:chgData name="Robert Timlin" userId="d124c02f1cf0960d" providerId="LiveId" clId="{2B490E0F-513B-4F50-8229-1791D5AB3DEF}" dt="2024-05-30T12:13:16.873" v="1708" actId="5793"/>
        <pc:sldMkLst>
          <pc:docMk/>
          <pc:sldMk cId="3798393023" sldId="358"/>
        </pc:sldMkLst>
        <pc:spChg chg="mod">
          <ac:chgData name="Robert Timlin" userId="d124c02f1cf0960d" providerId="LiveId" clId="{2B490E0F-513B-4F50-8229-1791D5AB3DEF}" dt="2024-05-30T11:49:23.729" v="1600" actId="20577"/>
          <ac:spMkLst>
            <pc:docMk/>
            <pc:sldMk cId="3798393023" sldId="358"/>
            <ac:spMk id="2" creationId="{3944ABA2-0164-1F37-9101-F141576F4AE1}"/>
          </ac:spMkLst>
        </pc:spChg>
        <pc:spChg chg="mod">
          <ac:chgData name="Robert Timlin" userId="d124c02f1cf0960d" providerId="LiveId" clId="{2B490E0F-513B-4F50-8229-1791D5AB3DEF}" dt="2024-05-30T12:13:16.873" v="1708" actId="5793"/>
          <ac:spMkLst>
            <pc:docMk/>
            <pc:sldMk cId="3798393023" sldId="358"/>
            <ac:spMk id="3" creationId="{A6462E10-DADC-40C8-E0F4-7AB621F57E4A}"/>
          </ac:spMkLst>
        </pc:spChg>
        <pc:spChg chg="add">
          <ac:chgData name="Robert Timlin" userId="d124c02f1cf0960d" providerId="LiveId" clId="{2B490E0F-513B-4F50-8229-1791D5AB3DEF}" dt="2024-05-30T11:56:26.318" v="1624"/>
          <ac:spMkLst>
            <pc:docMk/>
            <pc:sldMk cId="3798393023" sldId="358"/>
            <ac:spMk id="4" creationId="{A2F35C16-8A77-66EA-D01F-86A4162CD32B}"/>
          </ac:spMkLst>
        </pc:spChg>
      </pc:sldChg>
      <pc:sldChg chg="modSp add mod ord">
        <pc:chgData name="Robert Timlin" userId="d124c02f1cf0960d" providerId="LiveId" clId="{2B490E0F-513B-4F50-8229-1791D5AB3DEF}" dt="2024-05-30T12:13:04.742" v="1702" actId="5793"/>
        <pc:sldMkLst>
          <pc:docMk/>
          <pc:sldMk cId="1561950525" sldId="359"/>
        </pc:sldMkLst>
        <pc:spChg chg="mod">
          <ac:chgData name="Robert Timlin" userId="d124c02f1cf0960d" providerId="LiveId" clId="{2B490E0F-513B-4F50-8229-1791D5AB3DEF}" dt="2024-05-30T11:57:09.669" v="1631"/>
          <ac:spMkLst>
            <pc:docMk/>
            <pc:sldMk cId="1561950525" sldId="359"/>
            <ac:spMk id="2" creationId="{3944ABA2-0164-1F37-9101-F141576F4AE1}"/>
          </ac:spMkLst>
        </pc:spChg>
        <pc:spChg chg="mod">
          <ac:chgData name="Robert Timlin" userId="d124c02f1cf0960d" providerId="LiveId" clId="{2B490E0F-513B-4F50-8229-1791D5AB3DEF}" dt="2024-05-30T12:13:04.742" v="1702" actId="5793"/>
          <ac:spMkLst>
            <pc:docMk/>
            <pc:sldMk cId="1561950525" sldId="359"/>
            <ac:spMk id="3" creationId="{A6462E10-DADC-40C8-E0F4-7AB621F57E4A}"/>
          </ac:spMkLst>
        </pc:spChg>
      </pc:sldChg>
      <pc:sldChg chg="addSp modSp add mod ord">
        <pc:chgData name="Robert Timlin" userId="d124c02f1cf0960d" providerId="LiveId" clId="{2B490E0F-513B-4F50-8229-1791D5AB3DEF}" dt="2024-05-30T12:14:47.598" v="1715" actId="6549"/>
        <pc:sldMkLst>
          <pc:docMk/>
          <pc:sldMk cId="3013783714" sldId="360"/>
        </pc:sldMkLst>
        <pc:spChg chg="mod">
          <ac:chgData name="Robert Timlin" userId="d124c02f1cf0960d" providerId="LiveId" clId="{2B490E0F-513B-4F50-8229-1791D5AB3DEF}" dt="2024-05-30T11:59:31.758" v="1656"/>
          <ac:spMkLst>
            <pc:docMk/>
            <pc:sldMk cId="3013783714" sldId="360"/>
            <ac:spMk id="2" creationId="{3944ABA2-0164-1F37-9101-F141576F4AE1}"/>
          </ac:spMkLst>
        </pc:spChg>
        <pc:spChg chg="mod">
          <ac:chgData name="Robert Timlin" userId="d124c02f1cf0960d" providerId="LiveId" clId="{2B490E0F-513B-4F50-8229-1791D5AB3DEF}" dt="2024-05-30T12:14:47.598" v="1715" actId="6549"/>
          <ac:spMkLst>
            <pc:docMk/>
            <pc:sldMk cId="3013783714" sldId="360"/>
            <ac:spMk id="3" creationId="{A6462E10-DADC-40C8-E0F4-7AB621F57E4A}"/>
          </ac:spMkLst>
        </pc:spChg>
        <pc:spChg chg="add">
          <ac:chgData name="Robert Timlin" userId="d124c02f1cf0960d" providerId="LiveId" clId="{2B490E0F-513B-4F50-8229-1791D5AB3DEF}" dt="2024-05-30T11:59:55.926" v="1657"/>
          <ac:spMkLst>
            <pc:docMk/>
            <pc:sldMk cId="3013783714" sldId="360"/>
            <ac:spMk id="4" creationId="{AEE23EA8-7D22-AE60-38DB-47DDAE2CFDDD}"/>
          </ac:spMkLst>
        </pc:spChg>
        <pc:spChg chg="add">
          <ac:chgData name="Robert Timlin" userId="d124c02f1cf0960d" providerId="LiveId" clId="{2B490E0F-513B-4F50-8229-1791D5AB3DEF}" dt="2024-05-30T12:00:04.456" v="1658"/>
          <ac:spMkLst>
            <pc:docMk/>
            <pc:sldMk cId="3013783714" sldId="360"/>
            <ac:spMk id="5" creationId="{07F9E470-D2FD-A313-7A55-C5150EE44537}"/>
          </ac:spMkLst>
        </pc:spChg>
      </pc:sldChg>
      <pc:sldChg chg="modSp add mod ord">
        <pc:chgData name="Robert Timlin" userId="d124c02f1cf0960d" providerId="LiveId" clId="{2B490E0F-513B-4F50-8229-1791D5AB3DEF}" dt="2024-05-30T12:23:57.457" v="1722" actId="255"/>
        <pc:sldMkLst>
          <pc:docMk/>
          <pc:sldMk cId="2443036078" sldId="361"/>
        </pc:sldMkLst>
        <pc:spChg chg="mod">
          <ac:chgData name="Robert Timlin" userId="d124c02f1cf0960d" providerId="LiveId" clId="{2B490E0F-513B-4F50-8229-1791D5AB3DEF}" dt="2024-05-30T12:01:46.722" v="1693" actId="20577"/>
          <ac:spMkLst>
            <pc:docMk/>
            <pc:sldMk cId="2443036078" sldId="361"/>
            <ac:spMk id="2" creationId="{3944ABA2-0164-1F37-9101-F141576F4AE1}"/>
          </ac:spMkLst>
        </pc:spChg>
        <pc:spChg chg="mod">
          <ac:chgData name="Robert Timlin" userId="d124c02f1cf0960d" providerId="LiveId" clId="{2B490E0F-513B-4F50-8229-1791D5AB3DEF}" dt="2024-05-30T12:23:57.457" v="1722" actId="255"/>
          <ac:spMkLst>
            <pc:docMk/>
            <pc:sldMk cId="2443036078" sldId="361"/>
            <ac:spMk id="3" creationId="{A6462E10-DADC-40C8-E0F4-7AB621F57E4A}"/>
          </ac:spMkLst>
        </pc:spChg>
      </pc:sldChg>
      <pc:sldChg chg="modSp new mod">
        <pc:chgData name="Robert Timlin" userId="d124c02f1cf0960d" providerId="LiveId" clId="{2B490E0F-513B-4F50-8229-1791D5AB3DEF}" dt="2024-05-30T12:31:50.176" v="1768"/>
        <pc:sldMkLst>
          <pc:docMk/>
          <pc:sldMk cId="1543085691" sldId="362"/>
        </pc:sldMkLst>
        <pc:spChg chg="mod">
          <ac:chgData name="Robert Timlin" userId="d124c02f1cf0960d" providerId="LiveId" clId="{2B490E0F-513B-4F50-8229-1791D5AB3DEF}" dt="2024-05-30T12:31:01.080" v="1736" actId="20577"/>
          <ac:spMkLst>
            <pc:docMk/>
            <pc:sldMk cId="1543085691" sldId="362"/>
            <ac:spMk id="2" creationId="{7ABA258E-5805-1AAF-2557-696289655806}"/>
          </ac:spMkLst>
        </pc:spChg>
        <pc:spChg chg="mod">
          <ac:chgData name="Robert Timlin" userId="d124c02f1cf0960d" providerId="LiveId" clId="{2B490E0F-513B-4F50-8229-1791D5AB3DEF}" dt="2024-05-30T12:31:50.176" v="1768"/>
          <ac:spMkLst>
            <pc:docMk/>
            <pc:sldMk cId="1543085691" sldId="362"/>
            <ac:spMk id="3" creationId="{F2A234EF-BDF1-87A7-650D-27085ADC76A5}"/>
          </ac:spMkLst>
        </pc:spChg>
      </pc:sldChg>
      <pc:sldChg chg="modSp new del mod">
        <pc:chgData name="Robert Timlin" userId="d124c02f1cf0960d" providerId="LiveId" clId="{2B490E0F-513B-4F50-8229-1791D5AB3DEF}" dt="2024-05-30T12:29:43.610" v="1728" actId="2696"/>
        <pc:sldMkLst>
          <pc:docMk/>
          <pc:sldMk cId="2024671114" sldId="362"/>
        </pc:sldMkLst>
        <pc:spChg chg="mod">
          <ac:chgData name="Robert Timlin" userId="d124c02f1cf0960d" providerId="LiveId" clId="{2B490E0F-513B-4F50-8229-1791D5AB3DEF}" dt="2024-05-30T12:29:34.788" v="1727"/>
          <ac:spMkLst>
            <pc:docMk/>
            <pc:sldMk cId="2024671114" sldId="362"/>
            <ac:spMk id="3" creationId="{4B54F122-0B09-17D7-60B2-D4EA865E5527}"/>
          </ac:spMkLst>
        </pc:spChg>
      </pc:sldChg>
      <pc:sldChg chg="addSp delSp modSp add mod">
        <pc:chgData name="Robert Timlin" userId="d124c02f1cf0960d" providerId="LiveId" clId="{2B490E0F-513B-4F50-8229-1791D5AB3DEF}" dt="2024-05-30T12:34:46.236" v="1793" actId="12"/>
        <pc:sldMkLst>
          <pc:docMk/>
          <pc:sldMk cId="3321155904" sldId="363"/>
        </pc:sldMkLst>
        <pc:spChg chg="mod">
          <ac:chgData name="Robert Timlin" userId="d124c02f1cf0960d" providerId="LiveId" clId="{2B490E0F-513B-4F50-8229-1791D5AB3DEF}" dt="2024-05-30T12:32:04.599" v="1777" actId="20577"/>
          <ac:spMkLst>
            <pc:docMk/>
            <pc:sldMk cId="3321155904" sldId="363"/>
            <ac:spMk id="2" creationId="{7ABA258E-5805-1AAF-2557-696289655806}"/>
          </ac:spMkLst>
        </pc:spChg>
        <pc:spChg chg="add del mod">
          <ac:chgData name="Robert Timlin" userId="d124c02f1cf0960d" providerId="LiveId" clId="{2B490E0F-513B-4F50-8229-1791D5AB3DEF}" dt="2024-05-30T12:34:46.236" v="1793" actId="12"/>
          <ac:spMkLst>
            <pc:docMk/>
            <pc:sldMk cId="3321155904" sldId="363"/>
            <ac:spMk id="3" creationId="{F2A234EF-BDF1-87A7-650D-27085ADC76A5}"/>
          </ac:spMkLst>
        </pc:spChg>
        <pc:spChg chg="add mod">
          <ac:chgData name="Robert Timlin" userId="d124c02f1cf0960d" providerId="LiveId" clId="{2B490E0F-513B-4F50-8229-1791D5AB3DEF}" dt="2024-05-30T12:32:53.249" v="1782"/>
          <ac:spMkLst>
            <pc:docMk/>
            <pc:sldMk cId="3321155904" sldId="363"/>
            <ac:spMk id="4" creationId="{84C97F72-A09E-6F47-0C03-FDA4446F7FA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98339E7-16C2-4D47-BA63-3ACFF1492550}" type="datetimeFigureOut">
              <a:rPr lang="en-US" smtClean="0"/>
              <a:t>10/26/26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712FB4E-894F-D248-91C1-55BD6376FC9F}" type="slidenum">
              <a:rPr lang="en-US" smtClean="0"/>
              <a:t>‹#›</a:t>
            </a:fld>
            <a:endParaRPr lang="en-US"/>
          </a:p>
        </p:txBody>
      </p:sp>
    </p:spTree>
    <p:extLst>
      <p:ext uri="{BB962C8B-B14F-4D97-AF65-F5344CB8AC3E}">
        <p14:creationId xmlns:p14="http://schemas.microsoft.com/office/powerpoint/2010/main" val="181579691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C712FB4E-894F-D248-91C1-55BD6376FC9F}" type="slidenum">
              <a:rPr lang="en-US" smtClean="0"/>
              <a:t>5</a:t>
            </a:fld>
            <a:endParaRPr lang="en-US"/>
          </a:p>
        </p:txBody>
      </p:sp>
    </p:spTree>
    <p:extLst>
      <p:ext uri="{BB962C8B-B14F-4D97-AF65-F5344CB8AC3E}">
        <p14:creationId xmlns:p14="http://schemas.microsoft.com/office/powerpoint/2010/main" val="391533528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D7E75C-27F0-8894-3032-1B1CB1A5DAA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A84A0B4-B72A-1E40-6A77-10EE9FBA0C6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72ADE29-3A7E-E8F7-59D4-73962D104511}"/>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F15A358C-B19E-AB32-6509-69B6676FD87A}"/>
              </a:ext>
            </a:extLst>
          </p:cNvPr>
          <p:cNvSpPr>
            <a:spLocks noGrp="1"/>
          </p:cNvSpPr>
          <p:nvPr>
            <p:ph type="sldNum" sz="quarter" idx="5"/>
          </p:nvPr>
        </p:nvSpPr>
        <p:spPr/>
        <p:txBody>
          <a:bodyPr/>
          <a:lstStyle/>
          <a:p>
            <a:fld id="{C712FB4E-894F-D248-91C1-55BD6376FC9F}" type="slidenum">
              <a:rPr lang="en-US" smtClean="0"/>
              <a:t>7</a:t>
            </a:fld>
            <a:endParaRPr lang="en-US"/>
          </a:p>
        </p:txBody>
      </p:sp>
    </p:spTree>
    <p:extLst>
      <p:ext uri="{BB962C8B-B14F-4D97-AF65-F5344CB8AC3E}">
        <p14:creationId xmlns:p14="http://schemas.microsoft.com/office/powerpoint/2010/main" val="41919280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C712FB4E-894F-D248-91C1-55BD6376FC9F}" type="slidenum">
              <a:rPr lang="en-US" smtClean="0"/>
              <a:t>34</a:t>
            </a:fld>
            <a:endParaRPr lang="en-US"/>
          </a:p>
        </p:txBody>
      </p:sp>
    </p:spTree>
    <p:extLst>
      <p:ext uri="{BB962C8B-B14F-4D97-AF65-F5344CB8AC3E}">
        <p14:creationId xmlns:p14="http://schemas.microsoft.com/office/powerpoint/2010/main" val="53793315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443D54-AA7E-D90F-3586-D3380A0AC53C}"/>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7AE13392-A6D8-8A9A-5B1A-89D0CEAFC29C}"/>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37782B62-6F22-6541-CFAA-CC55D442E6C2}"/>
              </a:ext>
            </a:extLst>
          </p:cNvPr>
          <p:cNvSpPr>
            <a:spLocks noGrp="1"/>
          </p:cNvSpPr>
          <p:nvPr>
            <p:ph type="dt" sz="half" idx="10"/>
          </p:nvPr>
        </p:nvSpPr>
        <p:spPr/>
        <p:txBody>
          <a:bodyPr/>
          <a:lstStyle/>
          <a:p>
            <a:fld id="{046598D6-C04D-9446-A58F-36E01C46C344}" type="datetimeFigureOut">
              <a:rPr lang="en-US" smtClean="0"/>
              <a:t>10/26/26</a:t>
            </a:fld>
            <a:endParaRPr lang="en-US"/>
          </a:p>
        </p:txBody>
      </p:sp>
      <p:sp>
        <p:nvSpPr>
          <p:cNvPr id="5" name="Footer Placeholder 4">
            <a:extLst>
              <a:ext uri="{FF2B5EF4-FFF2-40B4-BE49-F238E27FC236}">
                <a16:creationId xmlns:a16="http://schemas.microsoft.com/office/drawing/2014/main" id="{6601AB14-5AEA-95FA-BAB4-7DEF457FE96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246ADA9-4893-8088-D348-68B24C3C1F5F}"/>
              </a:ext>
            </a:extLst>
          </p:cNvPr>
          <p:cNvSpPr>
            <a:spLocks noGrp="1"/>
          </p:cNvSpPr>
          <p:nvPr>
            <p:ph type="sldNum" sz="quarter" idx="12"/>
          </p:nvPr>
        </p:nvSpPr>
        <p:spPr/>
        <p:txBody>
          <a:bodyPr/>
          <a:lstStyle/>
          <a:p>
            <a:fld id="{D7C65012-D088-EE4A-A81A-8D5D759560DF}" type="slidenum">
              <a:rPr lang="en-US" smtClean="0"/>
              <a:t>‹#›</a:t>
            </a:fld>
            <a:endParaRPr lang="en-US"/>
          </a:p>
        </p:txBody>
      </p:sp>
    </p:spTree>
    <p:extLst>
      <p:ext uri="{BB962C8B-B14F-4D97-AF65-F5344CB8AC3E}">
        <p14:creationId xmlns:p14="http://schemas.microsoft.com/office/powerpoint/2010/main" val="8500407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4726CD-D767-86C8-2394-DDF48DA8F708}"/>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B34A45CD-9C9D-0B95-8443-0608D9B82151}"/>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F961A69-2FE5-CEE9-157E-32CBB6054DC1}"/>
              </a:ext>
            </a:extLst>
          </p:cNvPr>
          <p:cNvSpPr>
            <a:spLocks noGrp="1"/>
          </p:cNvSpPr>
          <p:nvPr>
            <p:ph type="dt" sz="half" idx="10"/>
          </p:nvPr>
        </p:nvSpPr>
        <p:spPr/>
        <p:txBody>
          <a:bodyPr/>
          <a:lstStyle/>
          <a:p>
            <a:fld id="{046598D6-C04D-9446-A58F-36E01C46C344}" type="datetimeFigureOut">
              <a:rPr lang="en-US" smtClean="0"/>
              <a:t>10/26/26</a:t>
            </a:fld>
            <a:endParaRPr lang="en-US"/>
          </a:p>
        </p:txBody>
      </p:sp>
      <p:sp>
        <p:nvSpPr>
          <p:cNvPr id="5" name="Footer Placeholder 4">
            <a:extLst>
              <a:ext uri="{FF2B5EF4-FFF2-40B4-BE49-F238E27FC236}">
                <a16:creationId xmlns:a16="http://schemas.microsoft.com/office/drawing/2014/main" id="{1E8C2BBC-5A09-2309-8D77-A99496D0CDA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2FF9FFA-F258-048F-E992-185E942E4C15}"/>
              </a:ext>
            </a:extLst>
          </p:cNvPr>
          <p:cNvSpPr>
            <a:spLocks noGrp="1"/>
          </p:cNvSpPr>
          <p:nvPr>
            <p:ph type="sldNum" sz="quarter" idx="12"/>
          </p:nvPr>
        </p:nvSpPr>
        <p:spPr/>
        <p:txBody>
          <a:bodyPr/>
          <a:lstStyle/>
          <a:p>
            <a:fld id="{D7C65012-D088-EE4A-A81A-8D5D759560DF}" type="slidenum">
              <a:rPr lang="en-US" smtClean="0"/>
              <a:t>‹#›</a:t>
            </a:fld>
            <a:endParaRPr lang="en-US"/>
          </a:p>
        </p:txBody>
      </p:sp>
    </p:spTree>
    <p:extLst>
      <p:ext uri="{BB962C8B-B14F-4D97-AF65-F5344CB8AC3E}">
        <p14:creationId xmlns:p14="http://schemas.microsoft.com/office/powerpoint/2010/main" val="115085270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0FE938-37AB-C6B7-456F-30EE91A6BAC6}"/>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073C32EB-8BF5-606E-8C7D-AD7D8F344089}"/>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3A2CFC86-6252-087F-8C25-1D483163C275}"/>
              </a:ext>
            </a:extLst>
          </p:cNvPr>
          <p:cNvSpPr>
            <a:spLocks noGrp="1"/>
          </p:cNvSpPr>
          <p:nvPr>
            <p:ph type="dt" sz="half" idx="10"/>
          </p:nvPr>
        </p:nvSpPr>
        <p:spPr/>
        <p:txBody>
          <a:bodyPr/>
          <a:lstStyle/>
          <a:p>
            <a:fld id="{046598D6-C04D-9446-A58F-36E01C46C344}" type="datetimeFigureOut">
              <a:rPr lang="en-US" smtClean="0"/>
              <a:t>10/26/26</a:t>
            </a:fld>
            <a:endParaRPr lang="en-US"/>
          </a:p>
        </p:txBody>
      </p:sp>
      <p:sp>
        <p:nvSpPr>
          <p:cNvPr id="5" name="Footer Placeholder 4">
            <a:extLst>
              <a:ext uri="{FF2B5EF4-FFF2-40B4-BE49-F238E27FC236}">
                <a16:creationId xmlns:a16="http://schemas.microsoft.com/office/drawing/2014/main" id="{CED80D46-51B4-94B0-12C9-DAD3AE2C873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A425DE5-9809-58A2-3B32-5AA0F199F459}"/>
              </a:ext>
            </a:extLst>
          </p:cNvPr>
          <p:cNvSpPr>
            <a:spLocks noGrp="1"/>
          </p:cNvSpPr>
          <p:nvPr>
            <p:ph type="sldNum" sz="quarter" idx="12"/>
          </p:nvPr>
        </p:nvSpPr>
        <p:spPr/>
        <p:txBody>
          <a:bodyPr/>
          <a:lstStyle/>
          <a:p>
            <a:fld id="{D7C65012-D088-EE4A-A81A-8D5D759560DF}" type="slidenum">
              <a:rPr lang="en-US" smtClean="0"/>
              <a:t>‹#›</a:t>
            </a:fld>
            <a:endParaRPr lang="en-US"/>
          </a:p>
        </p:txBody>
      </p:sp>
    </p:spTree>
    <p:extLst>
      <p:ext uri="{BB962C8B-B14F-4D97-AF65-F5344CB8AC3E}">
        <p14:creationId xmlns:p14="http://schemas.microsoft.com/office/powerpoint/2010/main" val="140339453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741E26-CCEC-93E6-197D-FEF33B5F3050}"/>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044BC709-CD84-2094-F3D6-D7A908527CB2}"/>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D0A9D804-53C1-08E3-B194-1FA9162EC17C}"/>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B194DE21-9732-A8D7-D331-9ACE4FB29D50}"/>
              </a:ext>
            </a:extLst>
          </p:cNvPr>
          <p:cNvSpPr>
            <a:spLocks noGrp="1"/>
          </p:cNvSpPr>
          <p:nvPr>
            <p:ph type="dt" sz="half" idx="10"/>
          </p:nvPr>
        </p:nvSpPr>
        <p:spPr/>
        <p:txBody>
          <a:bodyPr/>
          <a:lstStyle/>
          <a:p>
            <a:fld id="{046598D6-C04D-9446-A58F-36E01C46C344}" type="datetimeFigureOut">
              <a:rPr lang="en-US" smtClean="0"/>
              <a:t>10/26/26</a:t>
            </a:fld>
            <a:endParaRPr lang="en-US"/>
          </a:p>
        </p:txBody>
      </p:sp>
      <p:sp>
        <p:nvSpPr>
          <p:cNvPr id="6" name="Footer Placeholder 5">
            <a:extLst>
              <a:ext uri="{FF2B5EF4-FFF2-40B4-BE49-F238E27FC236}">
                <a16:creationId xmlns:a16="http://schemas.microsoft.com/office/drawing/2014/main" id="{5B27555C-20BC-DD34-B048-475189CB18E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4AC182C-725B-4640-E69A-3F165A492029}"/>
              </a:ext>
            </a:extLst>
          </p:cNvPr>
          <p:cNvSpPr>
            <a:spLocks noGrp="1"/>
          </p:cNvSpPr>
          <p:nvPr>
            <p:ph type="sldNum" sz="quarter" idx="12"/>
          </p:nvPr>
        </p:nvSpPr>
        <p:spPr/>
        <p:txBody>
          <a:bodyPr/>
          <a:lstStyle/>
          <a:p>
            <a:fld id="{D7C65012-D088-EE4A-A81A-8D5D759560DF}" type="slidenum">
              <a:rPr lang="en-US" smtClean="0"/>
              <a:t>‹#›</a:t>
            </a:fld>
            <a:endParaRPr lang="en-US"/>
          </a:p>
        </p:txBody>
      </p:sp>
    </p:spTree>
    <p:extLst>
      <p:ext uri="{BB962C8B-B14F-4D97-AF65-F5344CB8AC3E}">
        <p14:creationId xmlns:p14="http://schemas.microsoft.com/office/powerpoint/2010/main" val="157959133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839ABC-AC97-116D-AE44-FFD71A67E9BB}"/>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3412C0BF-F429-069C-3396-FD7BC2D5157B}"/>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93EB9A43-5C2E-6EB2-2496-1AEF8329DD91}"/>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764ABF84-A49F-51A2-E67F-8B37B567C4CE}"/>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B7FB8A4F-4407-EC27-F9B4-D21C01584F39}"/>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24963B5C-6CE3-3645-A846-4B8036E6C0BB}"/>
              </a:ext>
            </a:extLst>
          </p:cNvPr>
          <p:cNvSpPr>
            <a:spLocks noGrp="1"/>
          </p:cNvSpPr>
          <p:nvPr>
            <p:ph type="dt" sz="half" idx="10"/>
          </p:nvPr>
        </p:nvSpPr>
        <p:spPr/>
        <p:txBody>
          <a:bodyPr/>
          <a:lstStyle/>
          <a:p>
            <a:fld id="{046598D6-C04D-9446-A58F-36E01C46C344}" type="datetimeFigureOut">
              <a:rPr lang="en-US" smtClean="0"/>
              <a:t>10/26/26</a:t>
            </a:fld>
            <a:endParaRPr lang="en-US"/>
          </a:p>
        </p:txBody>
      </p:sp>
      <p:sp>
        <p:nvSpPr>
          <p:cNvPr id="8" name="Footer Placeholder 7">
            <a:extLst>
              <a:ext uri="{FF2B5EF4-FFF2-40B4-BE49-F238E27FC236}">
                <a16:creationId xmlns:a16="http://schemas.microsoft.com/office/drawing/2014/main" id="{7A94AC47-7292-A2E2-2658-2DB256FE586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F08AD898-6906-0DBB-6E8F-6D34586AC43B}"/>
              </a:ext>
            </a:extLst>
          </p:cNvPr>
          <p:cNvSpPr>
            <a:spLocks noGrp="1"/>
          </p:cNvSpPr>
          <p:nvPr>
            <p:ph type="sldNum" sz="quarter" idx="12"/>
          </p:nvPr>
        </p:nvSpPr>
        <p:spPr/>
        <p:txBody>
          <a:bodyPr/>
          <a:lstStyle/>
          <a:p>
            <a:fld id="{D7C65012-D088-EE4A-A81A-8D5D759560DF}" type="slidenum">
              <a:rPr lang="en-US" smtClean="0"/>
              <a:t>‹#›</a:t>
            </a:fld>
            <a:endParaRPr lang="en-US"/>
          </a:p>
        </p:txBody>
      </p:sp>
    </p:spTree>
    <p:extLst>
      <p:ext uri="{BB962C8B-B14F-4D97-AF65-F5344CB8AC3E}">
        <p14:creationId xmlns:p14="http://schemas.microsoft.com/office/powerpoint/2010/main" val="248524576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7E00D9-3FED-47E8-AD53-16AD24CE8971}"/>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B9DAC3F6-E83D-0EDA-0862-F335B415391F}"/>
              </a:ext>
            </a:extLst>
          </p:cNvPr>
          <p:cNvSpPr>
            <a:spLocks noGrp="1"/>
          </p:cNvSpPr>
          <p:nvPr>
            <p:ph type="dt" sz="half" idx="10"/>
          </p:nvPr>
        </p:nvSpPr>
        <p:spPr/>
        <p:txBody>
          <a:bodyPr/>
          <a:lstStyle/>
          <a:p>
            <a:fld id="{046598D6-C04D-9446-A58F-36E01C46C344}" type="datetimeFigureOut">
              <a:rPr lang="en-US" smtClean="0"/>
              <a:t>10/26/26</a:t>
            </a:fld>
            <a:endParaRPr lang="en-US"/>
          </a:p>
        </p:txBody>
      </p:sp>
      <p:sp>
        <p:nvSpPr>
          <p:cNvPr id="4" name="Footer Placeholder 3">
            <a:extLst>
              <a:ext uri="{FF2B5EF4-FFF2-40B4-BE49-F238E27FC236}">
                <a16:creationId xmlns:a16="http://schemas.microsoft.com/office/drawing/2014/main" id="{5D72A0DD-CC45-D711-F1A4-181907BAE41D}"/>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7C7EC8BF-6127-49B1-8380-AF73744D3A84}"/>
              </a:ext>
            </a:extLst>
          </p:cNvPr>
          <p:cNvSpPr>
            <a:spLocks noGrp="1"/>
          </p:cNvSpPr>
          <p:nvPr>
            <p:ph type="sldNum" sz="quarter" idx="12"/>
          </p:nvPr>
        </p:nvSpPr>
        <p:spPr/>
        <p:txBody>
          <a:bodyPr/>
          <a:lstStyle/>
          <a:p>
            <a:fld id="{D7C65012-D088-EE4A-A81A-8D5D759560DF}" type="slidenum">
              <a:rPr lang="en-US" smtClean="0"/>
              <a:t>‹#›</a:t>
            </a:fld>
            <a:endParaRPr lang="en-US"/>
          </a:p>
        </p:txBody>
      </p:sp>
    </p:spTree>
    <p:extLst>
      <p:ext uri="{BB962C8B-B14F-4D97-AF65-F5344CB8AC3E}">
        <p14:creationId xmlns:p14="http://schemas.microsoft.com/office/powerpoint/2010/main" val="124642238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2C01B0EE-6FC2-AB80-3240-AAE6C3FC5626}"/>
              </a:ext>
            </a:extLst>
          </p:cNvPr>
          <p:cNvSpPr>
            <a:spLocks noGrp="1"/>
          </p:cNvSpPr>
          <p:nvPr>
            <p:ph type="dt" sz="half" idx="10"/>
          </p:nvPr>
        </p:nvSpPr>
        <p:spPr/>
        <p:txBody>
          <a:bodyPr/>
          <a:lstStyle/>
          <a:p>
            <a:fld id="{046598D6-C04D-9446-A58F-36E01C46C344}" type="datetimeFigureOut">
              <a:rPr lang="en-US" smtClean="0"/>
              <a:t>10/26/26</a:t>
            </a:fld>
            <a:endParaRPr lang="en-US"/>
          </a:p>
        </p:txBody>
      </p:sp>
      <p:sp>
        <p:nvSpPr>
          <p:cNvPr id="3" name="Footer Placeholder 2">
            <a:extLst>
              <a:ext uri="{FF2B5EF4-FFF2-40B4-BE49-F238E27FC236}">
                <a16:creationId xmlns:a16="http://schemas.microsoft.com/office/drawing/2014/main" id="{FAD23F59-213A-1BF0-9AA6-F2C913FE0E43}"/>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759E96D9-899F-551B-65BE-7B4E1ED6BB57}"/>
              </a:ext>
            </a:extLst>
          </p:cNvPr>
          <p:cNvSpPr>
            <a:spLocks noGrp="1"/>
          </p:cNvSpPr>
          <p:nvPr>
            <p:ph type="sldNum" sz="quarter" idx="12"/>
          </p:nvPr>
        </p:nvSpPr>
        <p:spPr/>
        <p:txBody>
          <a:bodyPr/>
          <a:lstStyle/>
          <a:p>
            <a:fld id="{D7C65012-D088-EE4A-A81A-8D5D759560DF}" type="slidenum">
              <a:rPr lang="en-US" smtClean="0"/>
              <a:t>‹#›</a:t>
            </a:fld>
            <a:endParaRPr lang="en-US"/>
          </a:p>
        </p:txBody>
      </p:sp>
    </p:spTree>
    <p:extLst>
      <p:ext uri="{BB962C8B-B14F-4D97-AF65-F5344CB8AC3E}">
        <p14:creationId xmlns:p14="http://schemas.microsoft.com/office/powerpoint/2010/main" val="108522152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70CC06-6EFF-4EDB-DD08-7B0D063D975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76AF3C9E-0F80-D19A-069D-405ECA65ED64}"/>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15FF9169-03E3-BC7A-9682-BD407B02A9D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D5ABC0A-66D8-02C7-3BAF-924D32D00AE1}"/>
              </a:ext>
            </a:extLst>
          </p:cNvPr>
          <p:cNvSpPr>
            <a:spLocks noGrp="1"/>
          </p:cNvSpPr>
          <p:nvPr>
            <p:ph type="dt" sz="half" idx="10"/>
          </p:nvPr>
        </p:nvSpPr>
        <p:spPr/>
        <p:txBody>
          <a:bodyPr/>
          <a:lstStyle/>
          <a:p>
            <a:fld id="{046598D6-C04D-9446-A58F-36E01C46C344}" type="datetimeFigureOut">
              <a:rPr lang="en-US" smtClean="0"/>
              <a:t>10/26/26</a:t>
            </a:fld>
            <a:endParaRPr lang="en-US"/>
          </a:p>
        </p:txBody>
      </p:sp>
      <p:sp>
        <p:nvSpPr>
          <p:cNvPr id="6" name="Footer Placeholder 5">
            <a:extLst>
              <a:ext uri="{FF2B5EF4-FFF2-40B4-BE49-F238E27FC236}">
                <a16:creationId xmlns:a16="http://schemas.microsoft.com/office/drawing/2014/main" id="{9DF14A76-997C-AE1F-C921-07FEDF201E1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0AA3DA3-4D14-38FA-8CC5-556174AF5362}"/>
              </a:ext>
            </a:extLst>
          </p:cNvPr>
          <p:cNvSpPr>
            <a:spLocks noGrp="1"/>
          </p:cNvSpPr>
          <p:nvPr>
            <p:ph type="sldNum" sz="quarter" idx="12"/>
          </p:nvPr>
        </p:nvSpPr>
        <p:spPr/>
        <p:txBody>
          <a:bodyPr/>
          <a:lstStyle/>
          <a:p>
            <a:fld id="{D7C65012-D088-EE4A-A81A-8D5D759560DF}" type="slidenum">
              <a:rPr lang="en-US" smtClean="0"/>
              <a:t>‹#›</a:t>
            </a:fld>
            <a:endParaRPr lang="en-US"/>
          </a:p>
        </p:txBody>
      </p:sp>
    </p:spTree>
    <p:extLst>
      <p:ext uri="{BB962C8B-B14F-4D97-AF65-F5344CB8AC3E}">
        <p14:creationId xmlns:p14="http://schemas.microsoft.com/office/powerpoint/2010/main" val="342472445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ACBBBF-2CB4-3F34-5737-7614273E60F2}"/>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DD4FB187-FEEF-22E9-919C-482781C1F63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1C74513B-BEC5-BB71-EE93-6A5FC52FDBF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48A3387-F61E-E77F-D03F-30F71BD99D43}"/>
              </a:ext>
            </a:extLst>
          </p:cNvPr>
          <p:cNvSpPr>
            <a:spLocks noGrp="1"/>
          </p:cNvSpPr>
          <p:nvPr>
            <p:ph type="dt" sz="half" idx="10"/>
          </p:nvPr>
        </p:nvSpPr>
        <p:spPr/>
        <p:txBody>
          <a:bodyPr/>
          <a:lstStyle/>
          <a:p>
            <a:fld id="{046598D6-C04D-9446-A58F-36E01C46C344}" type="datetimeFigureOut">
              <a:rPr lang="en-US" smtClean="0"/>
              <a:t>10/26/26</a:t>
            </a:fld>
            <a:endParaRPr lang="en-US"/>
          </a:p>
        </p:txBody>
      </p:sp>
      <p:sp>
        <p:nvSpPr>
          <p:cNvPr id="6" name="Footer Placeholder 5">
            <a:extLst>
              <a:ext uri="{FF2B5EF4-FFF2-40B4-BE49-F238E27FC236}">
                <a16:creationId xmlns:a16="http://schemas.microsoft.com/office/drawing/2014/main" id="{40FA0032-D63B-70DD-3F17-BC7632E7B301}"/>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8940381-4D89-B8BD-11A7-AD2DAC58EC40}"/>
              </a:ext>
            </a:extLst>
          </p:cNvPr>
          <p:cNvSpPr>
            <a:spLocks noGrp="1"/>
          </p:cNvSpPr>
          <p:nvPr>
            <p:ph type="sldNum" sz="quarter" idx="12"/>
          </p:nvPr>
        </p:nvSpPr>
        <p:spPr/>
        <p:txBody>
          <a:bodyPr/>
          <a:lstStyle/>
          <a:p>
            <a:fld id="{D7C65012-D088-EE4A-A81A-8D5D759560DF}" type="slidenum">
              <a:rPr lang="en-US" smtClean="0"/>
              <a:t>‹#›</a:t>
            </a:fld>
            <a:endParaRPr lang="en-US"/>
          </a:p>
        </p:txBody>
      </p:sp>
    </p:spTree>
    <p:extLst>
      <p:ext uri="{BB962C8B-B14F-4D97-AF65-F5344CB8AC3E}">
        <p14:creationId xmlns:p14="http://schemas.microsoft.com/office/powerpoint/2010/main" val="1490065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E4FC17-4E8C-DDF4-3AA2-DA21D55A2191}"/>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CBA5F918-6896-6622-F48D-25D95AE7338F}"/>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E95D86B-33E6-338E-675A-E3F7E55A57C0}"/>
              </a:ext>
            </a:extLst>
          </p:cNvPr>
          <p:cNvSpPr>
            <a:spLocks noGrp="1"/>
          </p:cNvSpPr>
          <p:nvPr>
            <p:ph type="dt" sz="half" idx="10"/>
          </p:nvPr>
        </p:nvSpPr>
        <p:spPr/>
        <p:txBody>
          <a:bodyPr/>
          <a:lstStyle/>
          <a:p>
            <a:fld id="{046598D6-C04D-9446-A58F-36E01C46C344}" type="datetimeFigureOut">
              <a:rPr lang="en-US" smtClean="0"/>
              <a:t>10/26/26</a:t>
            </a:fld>
            <a:endParaRPr lang="en-US"/>
          </a:p>
        </p:txBody>
      </p:sp>
      <p:sp>
        <p:nvSpPr>
          <p:cNvPr id="5" name="Footer Placeholder 4">
            <a:extLst>
              <a:ext uri="{FF2B5EF4-FFF2-40B4-BE49-F238E27FC236}">
                <a16:creationId xmlns:a16="http://schemas.microsoft.com/office/drawing/2014/main" id="{B6727C20-AF90-8348-77AC-AE0EC5EFB38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ED0019C-5204-963A-92E8-7A883AB01457}"/>
              </a:ext>
            </a:extLst>
          </p:cNvPr>
          <p:cNvSpPr>
            <a:spLocks noGrp="1"/>
          </p:cNvSpPr>
          <p:nvPr>
            <p:ph type="sldNum" sz="quarter" idx="12"/>
          </p:nvPr>
        </p:nvSpPr>
        <p:spPr/>
        <p:txBody>
          <a:bodyPr/>
          <a:lstStyle/>
          <a:p>
            <a:fld id="{D7C65012-D088-EE4A-A81A-8D5D759560DF}" type="slidenum">
              <a:rPr lang="en-US" smtClean="0"/>
              <a:t>‹#›</a:t>
            </a:fld>
            <a:endParaRPr lang="en-US"/>
          </a:p>
        </p:txBody>
      </p:sp>
    </p:spTree>
    <p:extLst>
      <p:ext uri="{BB962C8B-B14F-4D97-AF65-F5344CB8AC3E}">
        <p14:creationId xmlns:p14="http://schemas.microsoft.com/office/powerpoint/2010/main" val="157082179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EDC7E3D1-4C5B-026B-7ABE-A87B2A3DCEFB}"/>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5A94098A-3F10-AB09-1E83-69FEBFE8A274}"/>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C58F634-D23A-575E-07A1-FF19A08D80EB}"/>
              </a:ext>
            </a:extLst>
          </p:cNvPr>
          <p:cNvSpPr>
            <a:spLocks noGrp="1"/>
          </p:cNvSpPr>
          <p:nvPr>
            <p:ph type="dt" sz="half" idx="10"/>
          </p:nvPr>
        </p:nvSpPr>
        <p:spPr/>
        <p:txBody>
          <a:bodyPr/>
          <a:lstStyle/>
          <a:p>
            <a:fld id="{046598D6-C04D-9446-A58F-36E01C46C344}" type="datetimeFigureOut">
              <a:rPr lang="en-US" smtClean="0"/>
              <a:t>10/26/26</a:t>
            </a:fld>
            <a:endParaRPr lang="en-US"/>
          </a:p>
        </p:txBody>
      </p:sp>
      <p:sp>
        <p:nvSpPr>
          <p:cNvPr id="5" name="Footer Placeholder 4">
            <a:extLst>
              <a:ext uri="{FF2B5EF4-FFF2-40B4-BE49-F238E27FC236}">
                <a16:creationId xmlns:a16="http://schemas.microsoft.com/office/drawing/2014/main" id="{1DEEC636-6195-BB1F-AF5E-F247261D6C1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E16C9DF-F64D-5417-933C-6B9BD4DBC6A4}"/>
              </a:ext>
            </a:extLst>
          </p:cNvPr>
          <p:cNvSpPr>
            <a:spLocks noGrp="1"/>
          </p:cNvSpPr>
          <p:nvPr>
            <p:ph type="sldNum" sz="quarter" idx="12"/>
          </p:nvPr>
        </p:nvSpPr>
        <p:spPr/>
        <p:txBody>
          <a:bodyPr/>
          <a:lstStyle/>
          <a:p>
            <a:fld id="{D7C65012-D088-EE4A-A81A-8D5D759560DF}" type="slidenum">
              <a:rPr lang="en-US" smtClean="0"/>
              <a:t>‹#›</a:t>
            </a:fld>
            <a:endParaRPr lang="en-US"/>
          </a:p>
        </p:txBody>
      </p:sp>
    </p:spTree>
    <p:extLst>
      <p:ext uri="{BB962C8B-B14F-4D97-AF65-F5344CB8AC3E}">
        <p14:creationId xmlns:p14="http://schemas.microsoft.com/office/powerpoint/2010/main" val="100808340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C589D09-8527-678A-6C39-A17455C15956}"/>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AF83333A-C5EB-EA4E-279B-83297DB20BE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DB9A7C2-D2E7-47CD-587D-5152164B7ED0}"/>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046598D6-C04D-9446-A58F-36E01C46C344}" type="datetimeFigureOut">
              <a:rPr lang="en-US" smtClean="0"/>
              <a:t>10/26/26</a:t>
            </a:fld>
            <a:endParaRPr lang="en-US"/>
          </a:p>
        </p:txBody>
      </p:sp>
      <p:sp>
        <p:nvSpPr>
          <p:cNvPr id="5" name="Footer Placeholder 4">
            <a:extLst>
              <a:ext uri="{FF2B5EF4-FFF2-40B4-BE49-F238E27FC236}">
                <a16:creationId xmlns:a16="http://schemas.microsoft.com/office/drawing/2014/main" id="{03E038E2-3DB6-4914-2BC5-46ABF1647061}"/>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191D074B-7154-5DC6-A287-48FCEBE4046F}"/>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D7C65012-D088-EE4A-A81A-8D5D759560DF}" type="slidenum">
              <a:rPr lang="en-US" smtClean="0"/>
              <a:t>‹#›</a:t>
            </a:fld>
            <a:endParaRPr lang="en-US"/>
          </a:p>
        </p:txBody>
      </p:sp>
    </p:spTree>
    <p:extLst>
      <p:ext uri="{BB962C8B-B14F-4D97-AF65-F5344CB8AC3E}">
        <p14:creationId xmlns:p14="http://schemas.microsoft.com/office/powerpoint/2010/main" val="144499954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734C05E-F812-16EF-DBF3-07F16A9345B2}"/>
              </a:ext>
            </a:extLst>
          </p:cNvPr>
          <p:cNvSpPr>
            <a:spLocks noGrp="1"/>
          </p:cNvSpPr>
          <p:nvPr>
            <p:ph type="ctrTitle"/>
          </p:nvPr>
        </p:nvSpPr>
        <p:spPr/>
        <p:txBody>
          <a:bodyPr>
            <a:normAutofit/>
          </a:bodyPr>
          <a:lstStyle/>
          <a:p>
            <a:r>
              <a:rPr lang="en-US" dirty="0"/>
              <a:t>Introduction to SQL: Structured Query Language</a:t>
            </a:r>
            <a:br>
              <a:rPr lang="en-US" dirty="0"/>
            </a:br>
            <a:r>
              <a:rPr lang="en-US" sz="4000" dirty="0"/>
              <a:t>By </a:t>
            </a:r>
            <a:r>
              <a:rPr lang="en-US" sz="4000" dirty="0" err="1"/>
              <a:t>AppJedi</a:t>
            </a:r>
            <a:endParaRPr lang="en-US" sz="4000" dirty="0"/>
          </a:p>
        </p:txBody>
      </p:sp>
      <p:sp>
        <p:nvSpPr>
          <p:cNvPr id="3" name="Subtitle 2">
            <a:extLst>
              <a:ext uri="{FF2B5EF4-FFF2-40B4-BE49-F238E27FC236}">
                <a16:creationId xmlns:a16="http://schemas.microsoft.com/office/drawing/2014/main" id="{D94D1DB5-BA77-C674-7DEA-5C9C2BAC7B70}"/>
              </a:ext>
            </a:extLst>
          </p:cNvPr>
          <p:cNvSpPr>
            <a:spLocks noGrp="1"/>
          </p:cNvSpPr>
          <p:nvPr>
            <p:ph type="subTitle" idx="1"/>
          </p:nvPr>
        </p:nvSpPr>
        <p:spPr/>
        <p:txBody>
          <a:bodyPr>
            <a:normAutofit/>
          </a:bodyPr>
          <a:lstStyle/>
          <a:p>
            <a:r>
              <a:rPr lang="en-US" sz="3600" dirty="0"/>
              <a:t>Day 13</a:t>
            </a:r>
          </a:p>
        </p:txBody>
      </p:sp>
    </p:spTree>
    <p:extLst>
      <p:ext uri="{BB962C8B-B14F-4D97-AF65-F5344CB8AC3E}">
        <p14:creationId xmlns:p14="http://schemas.microsoft.com/office/powerpoint/2010/main" val="204592671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9FFFBF-B745-4F05-CEBE-4054AD55851F}"/>
              </a:ext>
            </a:extLst>
          </p:cNvPr>
          <p:cNvSpPr>
            <a:spLocks noGrp="1"/>
          </p:cNvSpPr>
          <p:nvPr>
            <p:ph type="title"/>
          </p:nvPr>
        </p:nvSpPr>
        <p:spPr/>
        <p:txBody>
          <a:bodyPr/>
          <a:lstStyle/>
          <a:p>
            <a:r>
              <a:rPr lang="en-US" dirty="0"/>
              <a:t>Review Syllabus.</a:t>
            </a:r>
          </a:p>
        </p:txBody>
      </p:sp>
      <p:sp>
        <p:nvSpPr>
          <p:cNvPr id="3" name="Content Placeholder 2">
            <a:extLst>
              <a:ext uri="{FF2B5EF4-FFF2-40B4-BE49-F238E27FC236}">
                <a16:creationId xmlns:a16="http://schemas.microsoft.com/office/drawing/2014/main" id="{CBEE6D64-96DA-7CF2-3842-F404BE96955E}"/>
              </a:ext>
            </a:extLst>
          </p:cNvPr>
          <p:cNvSpPr>
            <a:spLocks noGrp="1"/>
          </p:cNvSpPr>
          <p:nvPr>
            <p:ph idx="1"/>
          </p:nvPr>
        </p:nvSpPr>
        <p:spPr/>
        <p:txBody>
          <a:bodyPr>
            <a:normAutofit fontScale="70000" lnSpcReduction="20000"/>
          </a:bodyPr>
          <a:lstStyle/>
          <a:p>
            <a:pPr marL="0" marR="0">
              <a:spcBef>
                <a:spcPts val="0"/>
              </a:spcBef>
              <a:spcAft>
                <a:spcPts val="0"/>
              </a:spcAft>
            </a:pPr>
            <a:r>
              <a:rPr lang="en-US" sz="1800" b="1" u="sng" kern="100" dirty="0">
                <a:effectLst/>
                <a:latin typeface="Aptos" panose="020B0004020202020204" pitchFamily="34" charset="0"/>
                <a:ea typeface="Aptos" panose="020B0004020202020204" pitchFamily="34" charset="0"/>
                <a:cs typeface="Times New Roman" panose="02020603050405020304" pitchFamily="18" charset="0"/>
              </a:rPr>
              <a:t>Goals:</a:t>
            </a:r>
            <a:endParaRPr lang="en-US" sz="1800" kern="100" dirty="0">
              <a:effectLst/>
              <a:latin typeface="Aptos" panose="020B0004020202020204" pitchFamily="34" charset="0"/>
              <a:ea typeface="Aptos" panose="020B0004020202020204" pitchFamily="34" charset="0"/>
              <a:cs typeface="Times New Roman" panose="02020603050405020304" pitchFamily="18" charset="0"/>
            </a:endParaRPr>
          </a:p>
          <a:p>
            <a:pPr marL="342900" marR="0" lvl="0" indent="-342900">
              <a:spcBef>
                <a:spcPts val="0"/>
              </a:spcBef>
              <a:spcAft>
                <a:spcPts val="0"/>
              </a:spcAft>
              <a:buFont typeface="Symbol" pitchFamily="2" charset="2"/>
              <a:buChar char=""/>
            </a:pPr>
            <a:r>
              <a:rPr lang="en-US" sz="1800" kern="100" dirty="0">
                <a:effectLst/>
                <a:latin typeface="Aptos" panose="020B0004020202020204" pitchFamily="34" charset="0"/>
                <a:ea typeface="Aptos" panose="020B0004020202020204" pitchFamily="34" charset="0"/>
                <a:cs typeface="Times New Roman" panose="02020603050405020304" pitchFamily="18" charset="0"/>
              </a:rPr>
              <a:t>Basic SELECT statement for data retrieval.</a:t>
            </a:r>
          </a:p>
          <a:p>
            <a:pPr marL="342900" marR="0" lvl="0" indent="-342900">
              <a:spcBef>
                <a:spcPts val="0"/>
              </a:spcBef>
              <a:spcAft>
                <a:spcPts val="0"/>
              </a:spcAft>
              <a:buFont typeface="Symbol" pitchFamily="2" charset="2"/>
              <a:buChar char=""/>
            </a:pPr>
            <a:r>
              <a:rPr lang="en-US" sz="1800" kern="100" dirty="0">
                <a:effectLst/>
                <a:latin typeface="Aptos" panose="020B0004020202020204" pitchFamily="34" charset="0"/>
                <a:ea typeface="Aptos" panose="020B0004020202020204" pitchFamily="34" charset="0"/>
                <a:cs typeface="Times New Roman" panose="02020603050405020304" pitchFamily="18" charset="0"/>
              </a:rPr>
              <a:t>Where clause filter rows.</a:t>
            </a:r>
          </a:p>
          <a:p>
            <a:pPr marL="342900" marR="0" lvl="0" indent="-342900">
              <a:spcBef>
                <a:spcPts val="0"/>
              </a:spcBef>
              <a:spcAft>
                <a:spcPts val="0"/>
              </a:spcAft>
              <a:buFont typeface="Symbol" pitchFamily="2" charset="2"/>
              <a:buChar char=""/>
            </a:pPr>
            <a:r>
              <a:rPr lang="en-US" sz="1800" kern="100" dirty="0">
                <a:effectLst/>
                <a:latin typeface="Aptos" panose="020B0004020202020204" pitchFamily="34" charset="0"/>
                <a:ea typeface="Aptos" panose="020B0004020202020204" pitchFamily="34" charset="0"/>
                <a:cs typeface="Times New Roman" panose="02020603050405020304" pitchFamily="18" charset="0"/>
              </a:rPr>
              <a:t>Using wild cards.</a:t>
            </a:r>
          </a:p>
          <a:p>
            <a:pPr marL="342900" marR="0" lvl="0" indent="-342900">
              <a:spcBef>
                <a:spcPts val="0"/>
              </a:spcBef>
              <a:spcAft>
                <a:spcPts val="0"/>
              </a:spcAft>
              <a:buFont typeface="Symbol" pitchFamily="2" charset="2"/>
              <a:buChar char=""/>
            </a:pPr>
            <a:r>
              <a:rPr lang="en-US" sz="1800" kern="100" dirty="0">
                <a:effectLst/>
                <a:latin typeface="Aptos" panose="020B0004020202020204" pitchFamily="34" charset="0"/>
                <a:ea typeface="Aptos" panose="020B0004020202020204" pitchFamily="34" charset="0"/>
                <a:cs typeface="Times New Roman" panose="02020603050405020304" pitchFamily="18" charset="0"/>
              </a:rPr>
              <a:t>Specifying columns and column aliases.</a:t>
            </a:r>
          </a:p>
          <a:p>
            <a:pPr marL="342900" marR="0" lvl="0" indent="-342900">
              <a:spcBef>
                <a:spcPts val="0"/>
              </a:spcBef>
              <a:spcAft>
                <a:spcPts val="0"/>
              </a:spcAft>
              <a:buFont typeface="Symbol" pitchFamily="2" charset="2"/>
              <a:buChar char=""/>
            </a:pPr>
            <a:r>
              <a:rPr lang="en-US" sz="1800" kern="100" dirty="0">
                <a:effectLst/>
                <a:latin typeface="Aptos" panose="020B0004020202020204" pitchFamily="34" charset="0"/>
                <a:ea typeface="Aptos" panose="020B0004020202020204" pitchFamily="34" charset="0"/>
                <a:cs typeface="Times New Roman" panose="02020603050405020304" pitchFamily="18" charset="0"/>
              </a:rPr>
              <a:t>Order by (Sorting).</a:t>
            </a:r>
          </a:p>
          <a:p>
            <a:pPr marL="342900" marR="0" lvl="0" indent="-342900">
              <a:spcBef>
                <a:spcPts val="0"/>
              </a:spcBef>
              <a:spcAft>
                <a:spcPts val="0"/>
              </a:spcAft>
              <a:buFont typeface="Symbol" pitchFamily="2" charset="2"/>
              <a:buChar char=""/>
            </a:pPr>
            <a:r>
              <a:rPr lang="en-US" sz="1800" kern="100" dirty="0">
                <a:effectLst/>
                <a:latin typeface="Aptos" panose="020B0004020202020204" pitchFamily="34" charset="0"/>
                <a:ea typeface="Aptos" panose="020B0004020202020204" pitchFamily="34" charset="0"/>
                <a:cs typeface="Times New Roman" panose="02020603050405020304" pitchFamily="18" charset="0"/>
              </a:rPr>
              <a:t>Limiting number of rows.</a:t>
            </a:r>
          </a:p>
          <a:p>
            <a:pPr marL="342900" indent="-342900">
              <a:spcBef>
                <a:spcPts val="0"/>
              </a:spcBef>
              <a:buFont typeface="Symbol" pitchFamily="2" charset="2"/>
              <a:buChar char=""/>
            </a:pPr>
            <a:r>
              <a:rPr lang="en-US" sz="1800" kern="100" dirty="0">
                <a:effectLst/>
                <a:latin typeface="Aptos" panose="020B0004020202020204" pitchFamily="34" charset="0"/>
                <a:ea typeface="Aptos" panose="020B0004020202020204" pitchFamily="34" charset="0"/>
                <a:cs typeface="Times New Roman" panose="02020603050405020304" pitchFamily="18" charset="0"/>
              </a:rPr>
              <a:t>SQL Operators: Arithmetic, Comparison, Logical</a:t>
            </a:r>
          </a:p>
          <a:p>
            <a:pPr marL="342900" indent="-342900">
              <a:spcBef>
                <a:spcPts val="0"/>
              </a:spcBef>
              <a:buFont typeface="Symbol" pitchFamily="2" charset="2"/>
              <a:buChar char=""/>
            </a:pPr>
            <a:r>
              <a:rPr lang="en-US" sz="1800" kern="100" dirty="0">
                <a:latin typeface="Aptos" panose="020B0004020202020204" pitchFamily="34" charset="0"/>
                <a:ea typeface="Aptos" panose="020B0004020202020204" pitchFamily="34" charset="0"/>
                <a:cs typeface="Times New Roman" panose="02020603050405020304" pitchFamily="18" charset="0"/>
              </a:rPr>
              <a:t>SQL Null Functions: </a:t>
            </a:r>
          </a:p>
          <a:p>
            <a:pPr marL="342900" indent="-342900">
              <a:spcBef>
                <a:spcPts val="0"/>
              </a:spcBef>
              <a:buFont typeface="Symbol" pitchFamily="2" charset="2"/>
              <a:buChar char=""/>
            </a:pPr>
            <a:r>
              <a:rPr lang="en-US" sz="1800" kern="100" dirty="0">
                <a:latin typeface="Aptos" panose="020B0004020202020204" pitchFamily="34" charset="0"/>
                <a:ea typeface="Aptos" panose="020B0004020202020204" pitchFamily="34" charset="0"/>
                <a:cs typeface="Times New Roman" panose="02020603050405020304" pitchFamily="18" charset="0"/>
              </a:rPr>
              <a:t>Set Operations: UNION, UNION ALL, INTERSECT, EXCEPT</a:t>
            </a:r>
          </a:p>
          <a:p>
            <a:pPr marL="342900" indent="-342900">
              <a:spcBef>
                <a:spcPts val="0"/>
              </a:spcBef>
              <a:buFont typeface="Symbol" pitchFamily="2" charset="2"/>
              <a:buChar char=""/>
            </a:pPr>
            <a:r>
              <a:rPr lang="en-US" sz="1800" kern="100" dirty="0">
                <a:effectLst/>
                <a:latin typeface="Aptos" panose="020B0004020202020204" pitchFamily="34" charset="0"/>
                <a:ea typeface="Aptos" panose="020B0004020202020204" pitchFamily="34" charset="0"/>
                <a:cs typeface="Times New Roman" panose="02020603050405020304" pitchFamily="18" charset="0"/>
              </a:rPr>
              <a:t>Sub queries.  </a:t>
            </a:r>
          </a:p>
          <a:p>
            <a:pPr marL="342900" indent="-342900">
              <a:spcBef>
                <a:spcPts val="0"/>
              </a:spcBef>
              <a:buFont typeface="Symbol" pitchFamily="2" charset="2"/>
              <a:buChar char=""/>
            </a:pPr>
            <a:r>
              <a:rPr lang="en-US" sz="1800" kern="100" dirty="0">
                <a:latin typeface="Aptos" panose="020B0004020202020204" pitchFamily="34" charset="0"/>
                <a:ea typeface="Aptos" panose="020B0004020202020204" pitchFamily="34" charset="0"/>
                <a:cs typeface="Times New Roman" panose="02020603050405020304" pitchFamily="18" charset="0"/>
              </a:rPr>
              <a:t>Primary &amp; Foreign Keys</a:t>
            </a:r>
            <a:endParaRPr lang="en-US" sz="1800" kern="100" dirty="0">
              <a:effectLst/>
              <a:latin typeface="Aptos" panose="020B0004020202020204" pitchFamily="34" charset="0"/>
              <a:ea typeface="Aptos" panose="020B0004020202020204" pitchFamily="34" charset="0"/>
              <a:cs typeface="Times New Roman" panose="02020603050405020304" pitchFamily="18" charset="0"/>
            </a:endParaRPr>
          </a:p>
          <a:p>
            <a:pPr marL="342900" marR="0" lvl="0" indent="-342900">
              <a:spcBef>
                <a:spcPts val="0"/>
              </a:spcBef>
              <a:spcAft>
                <a:spcPts val="0"/>
              </a:spcAft>
              <a:buFont typeface="Symbol" pitchFamily="2" charset="2"/>
              <a:buChar char=""/>
            </a:pPr>
            <a:r>
              <a:rPr lang="en-US" sz="1800" kern="100" dirty="0">
                <a:effectLst/>
                <a:latin typeface="Aptos" panose="020B0004020202020204" pitchFamily="34" charset="0"/>
                <a:ea typeface="Aptos" panose="020B0004020202020204" pitchFamily="34" charset="0"/>
                <a:cs typeface="Times New Roman" panose="02020603050405020304" pitchFamily="18" charset="0"/>
              </a:rPr>
              <a:t>Joins:  INNER, LEFT, RIGHT, SELF, OUTER.</a:t>
            </a:r>
          </a:p>
          <a:p>
            <a:pPr marL="342900" marR="0" lvl="0" indent="-342900">
              <a:spcBef>
                <a:spcPts val="0"/>
              </a:spcBef>
              <a:spcAft>
                <a:spcPts val="0"/>
              </a:spcAft>
              <a:buFont typeface="Symbol" pitchFamily="2" charset="2"/>
              <a:buChar char=""/>
            </a:pPr>
            <a:r>
              <a:rPr lang="en-US" sz="1800" kern="100" dirty="0">
                <a:effectLst/>
                <a:latin typeface="Aptos" panose="020B0004020202020204" pitchFamily="34" charset="0"/>
                <a:ea typeface="Aptos" panose="020B0004020202020204" pitchFamily="34" charset="0"/>
                <a:cs typeface="Times New Roman" panose="02020603050405020304" pitchFamily="18" charset="0"/>
              </a:rPr>
              <a:t>Aggregates: COUNT, SUM, AVG, MIN, MAX.</a:t>
            </a:r>
          </a:p>
          <a:p>
            <a:pPr marL="342900" marR="0" lvl="0" indent="-342900">
              <a:spcBef>
                <a:spcPts val="0"/>
              </a:spcBef>
              <a:spcAft>
                <a:spcPts val="0"/>
              </a:spcAft>
              <a:buFont typeface="Symbol" pitchFamily="2" charset="2"/>
              <a:buChar char=""/>
            </a:pPr>
            <a:r>
              <a:rPr lang="en-US" sz="1800" kern="100" dirty="0">
                <a:effectLst/>
                <a:latin typeface="Aptos" panose="020B0004020202020204" pitchFamily="34" charset="0"/>
                <a:ea typeface="Aptos" panose="020B0004020202020204" pitchFamily="34" charset="0"/>
                <a:cs typeface="Times New Roman" panose="02020603050405020304" pitchFamily="18" charset="0"/>
              </a:rPr>
              <a:t>Group By and Having (filter).</a:t>
            </a:r>
          </a:p>
          <a:p>
            <a:pPr marL="342900" indent="-342900">
              <a:spcBef>
                <a:spcPts val="0"/>
              </a:spcBef>
              <a:buFont typeface="Symbol" pitchFamily="2" charset="2"/>
              <a:buChar char=""/>
            </a:pPr>
            <a:r>
              <a:rPr lang="en-US" sz="1800" kern="100" dirty="0">
                <a:effectLst/>
                <a:latin typeface="Aptos" panose="020B0004020202020204" pitchFamily="34" charset="0"/>
                <a:ea typeface="Aptos" panose="020B0004020202020204" pitchFamily="34" charset="0"/>
                <a:cs typeface="Times New Roman" panose="02020603050405020304" pitchFamily="18" charset="0"/>
              </a:rPr>
              <a:t>Views.</a:t>
            </a:r>
          </a:p>
          <a:p>
            <a:pPr marL="342900" indent="-342900">
              <a:spcBef>
                <a:spcPts val="0"/>
              </a:spcBef>
              <a:buFont typeface="Symbol" pitchFamily="2" charset="2"/>
              <a:buChar char=""/>
            </a:pPr>
            <a:r>
              <a:rPr lang="en-US" sz="1800" kern="100" dirty="0">
                <a:effectLst/>
                <a:latin typeface="Aptos" panose="020B0004020202020204" pitchFamily="34" charset="0"/>
                <a:ea typeface="Aptos" panose="020B0004020202020204" pitchFamily="34" charset="0"/>
                <a:cs typeface="Times New Roman" panose="02020603050405020304" pitchFamily="18" charset="0"/>
              </a:rPr>
              <a:t>CTE: </a:t>
            </a:r>
            <a:r>
              <a:rPr lang="en-US" sz="1900" i="0" dirty="0">
                <a:solidFill>
                  <a:srgbClr val="0F0F0F"/>
                </a:solidFill>
                <a:effectLst/>
                <a:highlight>
                  <a:srgbClr val="FFFFFF"/>
                </a:highlight>
                <a:latin typeface="Roboto" panose="02000000000000000000" pitchFamily="2" charset="0"/>
              </a:rPr>
              <a:t>Common Table Expression</a:t>
            </a:r>
            <a:r>
              <a:rPr lang="en-US" sz="1900" i="0" kern="100" dirty="0">
                <a:solidFill>
                  <a:srgbClr val="0F0F0F"/>
                </a:solidFill>
                <a:highlight>
                  <a:srgbClr val="FFFFFF"/>
                </a:highlight>
                <a:latin typeface="Aptos" panose="020B0004020202020204" pitchFamily="34" charset="0"/>
                <a:cs typeface="Times New Roman" panose="02020603050405020304" pitchFamily="18" charset="0"/>
              </a:rPr>
              <a:t>, t</a:t>
            </a:r>
            <a:r>
              <a:rPr lang="en-US" sz="1900" kern="100" dirty="0">
                <a:effectLst/>
                <a:latin typeface="Aptos" panose="020B0004020202020204" pitchFamily="34" charset="0"/>
                <a:ea typeface="Aptos" panose="020B0004020202020204" pitchFamily="34" charset="0"/>
                <a:cs typeface="Times New Roman" panose="02020603050405020304" pitchFamily="18" charset="0"/>
              </a:rPr>
              <a:t>emp tables (with)</a:t>
            </a:r>
          </a:p>
          <a:p>
            <a:pPr marL="342900" marR="0" lvl="0" indent="-342900">
              <a:spcBef>
                <a:spcPts val="0"/>
              </a:spcBef>
              <a:spcAft>
                <a:spcPts val="0"/>
              </a:spcAft>
              <a:buFont typeface="Symbol" pitchFamily="2" charset="2"/>
              <a:buChar char=""/>
            </a:pPr>
            <a:r>
              <a:rPr lang="en-US" sz="1800" kern="100" dirty="0">
                <a:effectLst/>
                <a:latin typeface="Aptos" panose="020B0004020202020204" pitchFamily="34" charset="0"/>
                <a:ea typeface="Aptos" panose="020B0004020202020204" pitchFamily="34" charset="0"/>
                <a:cs typeface="Times New Roman" panose="02020603050405020304" pitchFamily="18" charset="0"/>
              </a:rPr>
              <a:t>CASE statements.</a:t>
            </a:r>
          </a:p>
          <a:p>
            <a:pPr marL="342900" marR="0" lvl="0" indent="-342900">
              <a:spcBef>
                <a:spcPts val="0"/>
              </a:spcBef>
              <a:spcAft>
                <a:spcPts val="0"/>
              </a:spcAft>
              <a:buFont typeface="Symbol" pitchFamily="2" charset="2"/>
              <a:buChar char=""/>
            </a:pPr>
            <a:r>
              <a:rPr lang="en-US" sz="1800" kern="100" dirty="0">
                <a:effectLst/>
                <a:latin typeface="Aptos" panose="020B0004020202020204" pitchFamily="34" charset="0"/>
                <a:ea typeface="Aptos" panose="020B0004020202020204" pitchFamily="34" charset="0"/>
                <a:cs typeface="Times New Roman" panose="02020603050405020304" pitchFamily="18" charset="0"/>
              </a:rPr>
              <a:t>Date functions.</a:t>
            </a:r>
          </a:p>
          <a:p>
            <a:pPr marL="342900" marR="0" lvl="0" indent="-342900">
              <a:spcBef>
                <a:spcPts val="0"/>
              </a:spcBef>
              <a:spcAft>
                <a:spcPts val="0"/>
              </a:spcAft>
              <a:buFont typeface="Symbol" pitchFamily="2" charset="2"/>
              <a:buChar char=""/>
            </a:pPr>
            <a:r>
              <a:rPr lang="en-US" sz="1800" kern="100" dirty="0">
                <a:effectLst/>
                <a:latin typeface="Aptos" panose="020B0004020202020204" pitchFamily="34" charset="0"/>
                <a:ea typeface="Aptos" panose="020B0004020202020204" pitchFamily="34" charset="0"/>
                <a:cs typeface="Times New Roman" panose="02020603050405020304" pitchFamily="18" charset="0"/>
              </a:rPr>
              <a:t>String functions.</a:t>
            </a:r>
          </a:p>
          <a:p>
            <a:pPr marL="342900" marR="0" lvl="0" indent="-342900">
              <a:spcBef>
                <a:spcPts val="0"/>
              </a:spcBef>
              <a:spcAft>
                <a:spcPts val="0"/>
              </a:spcAft>
              <a:buFont typeface="Symbol" pitchFamily="2" charset="2"/>
              <a:buChar char=""/>
            </a:pPr>
            <a:r>
              <a:rPr lang="en-US" sz="1800" kern="100" dirty="0">
                <a:latin typeface="Aptos" panose="020B0004020202020204" pitchFamily="34" charset="0"/>
                <a:ea typeface="Aptos" panose="020B0004020202020204" pitchFamily="34" charset="0"/>
                <a:cs typeface="Times New Roman" panose="02020603050405020304" pitchFamily="18" charset="0"/>
              </a:rPr>
              <a:t>Numeric Functions.</a:t>
            </a:r>
          </a:p>
          <a:p>
            <a:pPr marL="342900" marR="0" lvl="0" indent="-342900">
              <a:spcBef>
                <a:spcPts val="0"/>
              </a:spcBef>
              <a:spcAft>
                <a:spcPts val="0"/>
              </a:spcAft>
              <a:buFont typeface="Symbol" pitchFamily="2" charset="2"/>
              <a:buChar char=""/>
            </a:pPr>
            <a:r>
              <a:rPr lang="en-US" sz="1800" kern="100" dirty="0">
                <a:latin typeface="Aptos" panose="020B0004020202020204" pitchFamily="34" charset="0"/>
                <a:ea typeface="Aptos" panose="020B0004020202020204" pitchFamily="34" charset="0"/>
                <a:cs typeface="Times New Roman" panose="02020603050405020304" pitchFamily="18" charset="0"/>
              </a:rPr>
              <a:t>Use Cases</a:t>
            </a:r>
          </a:p>
          <a:p>
            <a:pPr marL="342900" marR="0" lvl="0" indent="-342900">
              <a:spcBef>
                <a:spcPts val="0"/>
              </a:spcBef>
              <a:spcAft>
                <a:spcPts val="0"/>
              </a:spcAft>
              <a:buFont typeface="Symbol" pitchFamily="2" charset="2"/>
              <a:buChar char=""/>
            </a:pPr>
            <a:r>
              <a:rPr lang="en-US" sz="1800" kern="100" dirty="0">
                <a:effectLst/>
                <a:latin typeface="Aptos" panose="020B0004020202020204" pitchFamily="34" charset="0"/>
                <a:ea typeface="Aptos" panose="020B0004020202020204" pitchFamily="34" charset="0"/>
                <a:cs typeface="Times New Roman" panose="02020603050405020304" pitchFamily="18" charset="0"/>
              </a:rPr>
              <a:t>Stored Procedures.</a:t>
            </a:r>
          </a:p>
          <a:p>
            <a:pPr marL="342900" marR="0" lvl="0" indent="-342900">
              <a:spcBef>
                <a:spcPts val="0"/>
              </a:spcBef>
              <a:spcAft>
                <a:spcPts val="0"/>
              </a:spcAft>
              <a:buFont typeface="Symbol" pitchFamily="2" charset="2"/>
              <a:buChar char=""/>
            </a:pPr>
            <a:r>
              <a:rPr lang="en-US" sz="1800" kern="100" dirty="0">
                <a:latin typeface="Aptos" panose="020B0004020202020204" pitchFamily="34" charset="0"/>
                <a:ea typeface="Aptos" panose="020B0004020202020204" pitchFamily="34" charset="0"/>
                <a:cs typeface="Times New Roman" panose="02020603050405020304" pitchFamily="18" charset="0"/>
              </a:rPr>
              <a:t>Python connectivity.</a:t>
            </a:r>
          </a:p>
          <a:p>
            <a:pPr marL="342900" marR="0" lvl="0" indent="-342900">
              <a:spcBef>
                <a:spcPts val="0"/>
              </a:spcBef>
              <a:spcAft>
                <a:spcPts val="0"/>
              </a:spcAft>
              <a:buFont typeface="Symbol" pitchFamily="2" charset="2"/>
              <a:buChar char=""/>
            </a:pPr>
            <a:r>
              <a:rPr lang="en-US" sz="1800" kern="100" dirty="0">
                <a:effectLst/>
                <a:latin typeface="Aptos" panose="020B0004020202020204" pitchFamily="34" charset="0"/>
                <a:ea typeface="Aptos" panose="020B0004020202020204" pitchFamily="34" charset="0"/>
                <a:cs typeface="Times New Roman" panose="02020603050405020304" pitchFamily="18" charset="0"/>
              </a:rPr>
              <a:t>Materialized Views.</a:t>
            </a:r>
          </a:p>
          <a:p>
            <a:pPr marL="342900" marR="0" lvl="0" indent="-342900">
              <a:spcBef>
                <a:spcPts val="0"/>
              </a:spcBef>
              <a:spcAft>
                <a:spcPts val="0"/>
              </a:spcAft>
              <a:buFont typeface="Symbol" pitchFamily="2" charset="2"/>
              <a:buChar char=""/>
            </a:pPr>
            <a:r>
              <a:rPr lang="en-US" sz="1800" kern="100" dirty="0">
                <a:effectLst/>
                <a:latin typeface="Aptos" panose="020B0004020202020204" pitchFamily="34" charset="0"/>
                <a:ea typeface="Aptos" panose="020B0004020202020204" pitchFamily="34" charset="0"/>
                <a:cs typeface="Times New Roman" panose="02020603050405020304" pitchFamily="18" charset="0"/>
              </a:rPr>
              <a:t>User Defined Function.</a:t>
            </a:r>
          </a:p>
          <a:p>
            <a:pPr marL="342900" marR="0" lvl="0" indent="-342900">
              <a:spcBef>
                <a:spcPts val="0"/>
              </a:spcBef>
              <a:spcAft>
                <a:spcPts val="0"/>
              </a:spcAft>
              <a:buFont typeface="Symbol" pitchFamily="2" charset="2"/>
              <a:buChar char=""/>
            </a:pPr>
            <a:r>
              <a:rPr lang="en-US" sz="1800" kern="100" dirty="0">
                <a:effectLst/>
                <a:latin typeface="Aptos" panose="020B0004020202020204" pitchFamily="34" charset="0"/>
                <a:ea typeface="Aptos" panose="020B0004020202020204" pitchFamily="34" charset="0"/>
                <a:cs typeface="Times New Roman" panose="02020603050405020304" pitchFamily="18" charset="0"/>
              </a:rPr>
              <a:t>Table Function.</a:t>
            </a:r>
          </a:p>
          <a:p>
            <a:pPr marL="342900" indent="-342900">
              <a:spcBef>
                <a:spcPts val="0"/>
              </a:spcBef>
              <a:buFont typeface="Symbol" pitchFamily="2" charset="2"/>
              <a:buChar char=""/>
            </a:pPr>
            <a:r>
              <a:rPr lang="en-US" sz="1800" dirty="0"/>
              <a:t>Web JavaScript D3 graph example.</a:t>
            </a:r>
          </a:p>
          <a:p>
            <a:pPr marL="342900" indent="-342900">
              <a:spcBef>
                <a:spcPts val="0"/>
              </a:spcBef>
              <a:buFont typeface="Symbol" pitchFamily="2" charset="2"/>
              <a:buChar char=""/>
            </a:pPr>
            <a:r>
              <a:rPr lang="en-US" sz="1800" dirty="0"/>
              <a:t>Windows Functions</a:t>
            </a:r>
          </a:p>
          <a:p>
            <a:pPr marL="342900" marR="0" lvl="0" indent="-342900">
              <a:spcBef>
                <a:spcPts val="0"/>
              </a:spcBef>
              <a:spcAft>
                <a:spcPts val="0"/>
              </a:spcAft>
              <a:buFont typeface="Symbol" pitchFamily="2" charset="2"/>
              <a:buChar char=""/>
            </a:pPr>
            <a:endParaRPr lang="en-US" sz="1800" kern="100" dirty="0">
              <a:effectLst/>
              <a:latin typeface="Aptos" panose="020B0004020202020204" pitchFamily="34" charset="0"/>
              <a:ea typeface="Aptos" panose="020B0004020202020204" pitchFamily="34" charset="0"/>
              <a:cs typeface="Times New Roman" panose="02020603050405020304" pitchFamily="18" charset="0"/>
            </a:endParaRPr>
          </a:p>
          <a:p>
            <a:pPr marL="342900" marR="0" lvl="0" indent="-342900">
              <a:spcBef>
                <a:spcPts val="0"/>
              </a:spcBef>
              <a:spcAft>
                <a:spcPts val="0"/>
              </a:spcAft>
              <a:buFont typeface="Symbol" pitchFamily="2" charset="2"/>
              <a:buChar char=""/>
            </a:pPr>
            <a:endParaRPr lang="en-US" sz="1800" kern="100" dirty="0">
              <a:effectLst/>
              <a:latin typeface="Aptos" panose="020B0004020202020204" pitchFamily="34" charset="0"/>
              <a:ea typeface="Aptos" panose="020B0004020202020204" pitchFamily="34" charset="0"/>
              <a:cs typeface="Times New Roman" panose="02020603050405020304" pitchFamily="18" charset="0"/>
            </a:endParaRPr>
          </a:p>
        </p:txBody>
      </p:sp>
    </p:spTree>
    <p:extLst>
      <p:ext uri="{BB962C8B-B14F-4D97-AF65-F5344CB8AC3E}">
        <p14:creationId xmlns:p14="http://schemas.microsoft.com/office/powerpoint/2010/main" val="289045565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27D066-A05A-64DA-1D29-A433B0F5CBAB}"/>
              </a:ext>
            </a:extLst>
          </p:cNvPr>
          <p:cNvSpPr>
            <a:spLocks noGrp="1"/>
          </p:cNvSpPr>
          <p:nvPr>
            <p:ph type="title"/>
          </p:nvPr>
        </p:nvSpPr>
        <p:spPr/>
        <p:txBody>
          <a:bodyPr/>
          <a:lstStyle/>
          <a:p>
            <a:r>
              <a:rPr lang="en-US" dirty="0"/>
              <a:t>Windows Functions:</a:t>
            </a:r>
          </a:p>
        </p:txBody>
      </p:sp>
      <p:sp>
        <p:nvSpPr>
          <p:cNvPr id="3" name="Content Placeholder 2">
            <a:extLst>
              <a:ext uri="{FF2B5EF4-FFF2-40B4-BE49-F238E27FC236}">
                <a16:creationId xmlns:a16="http://schemas.microsoft.com/office/drawing/2014/main" id="{7568BB02-5114-2D19-9D45-3C92F4845840}"/>
              </a:ext>
            </a:extLst>
          </p:cNvPr>
          <p:cNvSpPr>
            <a:spLocks noGrp="1"/>
          </p:cNvSpPr>
          <p:nvPr>
            <p:ph idx="1"/>
          </p:nvPr>
        </p:nvSpPr>
        <p:spPr/>
        <p:txBody>
          <a:bodyPr/>
          <a:lstStyle/>
          <a:p>
            <a:pPr marL="0" indent="0">
              <a:buNone/>
            </a:pPr>
            <a:r>
              <a:rPr lang="en-US" sz="2400" dirty="0"/>
              <a:t>A window function performs a calculation across a set of table rows that are somehow related to the current row. This is comparable to the type of calculation that can be done with an aggregate function. But unlike regular aggregate functions, use of a window function does not cause rows to become grouped into a single output row — the rows retain their separate identities. Behind the scenes, the window function is able to access more than just the current row of the query result.</a:t>
            </a:r>
          </a:p>
        </p:txBody>
      </p:sp>
    </p:spTree>
    <p:extLst>
      <p:ext uri="{BB962C8B-B14F-4D97-AF65-F5344CB8AC3E}">
        <p14:creationId xmlns:p14="http://schemas.microsoft.com/office/powerpoint/2010/main" val="63042384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CADF7B-149C-BD27-0747-482F3302A361}"/>
              </a:ext>
            </a:extLst>
          </p:cNvPr>
          <p:cNvSpPr>
            <a:spLocks noGrp="1"/>
          </p:cNvSpPr>
          <p:nvPr>
            <p:ph type="title"/>
          </p:nvPr>
        </p:nvSpPr>
        <p:spPr/>
        <p:txBody>
          <a:bodyPr/>
          <a:lstStyle/>
          <a:p>
            <a:r>
              <a:rPr lang="en-US" dirty="0"/>
              <a:t>Windows Functions:</a:t>
            </a:r>
          </a:p>
        </p:txBody>
      </p:sp>
      <p:sp>
        <p:nvSpPr>
          <p:cNvPr id="3" name="Content Placeholder 2">
            <a:extLst>
              <a:ext uri="{FF2B5EF4-FFF2-40B4-BE49-F238E27FC236}">
                <a16:creationId xmlns:a16="http://schemas.microsoft.com/office/drawing/2014/main" id="{1C89DCDC-9A59-3181-D2F8-312B1F1BA8D5}"/>
              </a:ext>
            </a:extLst>
          </p:cNvPr>
          <p:cNvSpPr>
            <a:spLocks noGrp="1"/>
          </p:cNvSpPr>
          <p:nvPr>
            <p:ph idx="1"/>
          </p:nvPr>
        </p:nvSpPr>
        <p:spPr/>
        <p:txBody>
          <a:bodyPr>
            <a:normAutofit lnSpcReduction="10000"/>
          </a:bodyPr>
          <a:lstStyle/>
          <a:p>
            <a:r>
              <a:rPr lang="en-US" dirty="0"/>
              <a:t>OVER: Used with AVG, SUM, MIN, MAX, COUNT</a:t>
            </a:r>
          </a:p>
          <a:p>
            <a:r>
              <a:rPr lang="en-US" dirty="0"/>
              <a:t>PARTITION: similar to group by.</a:t>
            </a:r>
          </a:p>
          <a:p>
            <a:r>
              <a:rPr lang="en-US" dirty="0"/>
              <a:t>ORDER BY</a:t>
            </a:r>
          </a:p>
          <a:p>
            <a:r>
              <a:rPr lang="en-US" dirty="0"/>
              <a:t>ROW_NUMBER</a:t>
            </a:r>
          </a:p>
          <a:p>
            <a:r>
              <a:rPr lang="en-US" dirty="0"/>
              <a:t>RANK</a:t>
            </a:r>
          </a:p>
          <a:p>
            <a:r>
              <a:rPr lang="en-US" dirty="0"/>
              <a:t>DENSE_RANK</a:t>
            </a:r>
          </a:p>
          <a:p>
            <a:r>
              <a:rPr lang="en-US" dirty="0"/>
              <a:t>LEAD</a:t>
            </a:r>
          </a:p>
          <a:p>
            <a:r>
              <a:rPr lang="en-US" dirty="0"/>
              <a:t>LAG</a:t>
            </a:r>
          </a:p>
          <a:p>
            <a:r>
              <a:rPr lang="en-US" dirty="0"/>
              <a:t>ROWS/RANGE</a:t>
            </a:r>
          </a:p>
          <a:p>
            <a:endParaRPr lang="en-US" dirty="0"/>
          </a:p>
        </p:txBody>
      </p:sp>
    </p:spTree>
    <p:extLst>
      <p:ext uri="{BB962C8B-B14F-4D97-AF65-F5344CB8AC3E}">
        <p14:creationId xmlns:p14="http://schemas.microsoft.com/office/powerpoint/2010/main" val="61588889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1B15ED52-F352-441B-82BF-E0EA34836D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3B2E3793-BFE6-45A2-9B7B-E18844431C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1"/>
            <a:ext cx="12191998" cy="1590742"/>
          </a:xfrm>
          <a:prstGeom prst="rect">
            <a:avLst/>
          </a:prstGeom>
          <a:gradFill>
            <a:gsLst>
              <a:gs pos="0">
                <a:srgbClr val="000000"/>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BC4C4868-CB8F-4AF9-9CDB-8108F2C19B6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3" y="0"/>
            <a:ext cx="8115306" cy="1590742"/>
          </a:xfrm>
          <a:prstGeom prst="rect">
            <a:avLst/>
          </a:prstGeom>
          <a:gradFill>
            <a:gsLst>
              <a:gs pos="20000">
                <a:schemeClr val="accent1">
                  <a:alpha val="0"/>
                </a:schemeClr>
              </a:gs>
              <a:gs pos="100000">
                <a:schemeClr val="accent1">
                  <a:lumMod val="50000"/>
                  <a:alpha val="5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375E0459-6403-40CD-989D-56A4407CA12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299" y="-1"/>
            <a:ext cx="4076698" cy="1590742"/>
          </a:xfrm>
          <a:prstGeom prst="rect">
            <a:avLst/>
          </a:prstGeom>
          <a:gradFill>
            <a:gsLst>
              <a:gs pos="0">
                <a:schemeClr val="accent1">
                  <a:alpha val="66000"/>
                </a:schemeClr>
              </a:gs>
              <a:gs pos="100000">
                <a:srgbClr val="000000">
                  <a:alpha val="30000"/>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53E5B1A8-3AC9-4BD1-9BBC-78CA94F2D1B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9350" y="-1"/>
            <a:ext cx="11732646" cy="1597433"/>
          </a:xfrm>
          <a:prstGeom prst="rect">
            <a:avLst/>
          </a:prstGeom>
          <a:gradFill>
            <a:gsLst>
              <a:gs pos="50000">
                <a:srgbClr val="000000">
                  <a:alpha val="0"/>
                </a:srgbClr>
              </a:gs>
              <a:gs pos="99000">
                <a:schemeClr val="accent1">
                  <a:lumMod val="50000"/>
                  <a:alpha val="52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7C13A9C6-F408-52C8-4E12-533308C4AD23}"/>
              </a:ext>
            </a:extLst>
          </p:cNvPr>
          <p:cNvSpPr>
            <a:spLocks noGrp="1"/>
          </p:cNvSpPr>
          <p:nvPr>
            <p:ph type="title"/>
          </p:nvPr>
        </p:nvSpPr>
        <p:spPr>
          <a:xfrm>
            <a:off x="1371599" y="294538"/>
            <a:ext cx="9895951" cy="1033669"/>
          </a:xfrm>
        </p:spPr>
        <p:txBody>
          <a:bodyPr>
            <a:normAutofit/>
          </a:bodyPr>
          <a:lstStyle/>
          <a:p>
            <a:r>
              <a:rPr lang="en-US" sz="4000">
                <a:solidFill>
                  <a:srgbClr val="FFFFFF"/>
                </a:solidFill>
              </a:rPr>
              <a:t>OVER</a:t>
            </a:r>
          </a:p>
        </p:txBody>
      </p:sp>
      <p:sp>
        <p:nvSpPr>
          <p:cNvPr id="3" name="Content Placeholder 2">
            <a:extLst>
              <a:ext uri="{FF2B5EF4-FFF2-40B4-BE49-F238E27FC236}">
                <a16:creationId xmlns:a16="http://schemas.microsoft.com/office/drawing/2014/main" id="{CC0FF019-6154-AA33-CC02-2B7A2E5A5A28}"/>
              </a:ext>
            </a:extLst>
          </p:cNvPr>
          <p:cNvSpPr>
            <a:spLocks noGrp="1"/>
          </p:cNvSpPr>
          <p:nvPr>
            <p:ph idx="1"/>
          </p:nvPr>
        </p:nvSpPr>
        <p:spPr>
          <a:xfrm>
            <a:off x="1371599" y="2318197"/>
            <a:ext cx="9724031" cy="3683358"/>
          </a:xfrm>
        </p:spPr>
        <p:txBody>
          <a:bodyPr anchor="ctr">
            <a:normAutofit/>
          </a:bodyPr>
          <a:lstStyle/>
          <a:p>
            <a:pPr marL="0" indent="0">
              <a:buNone/>
            </a:pPr>
            <a:r>
              <a:rPr lang="en-US" dirty="0">
                <a:highlight>
                  <a:srgbClr val="FFFFFF"/>
                </a:highlight>
              </a:rPr>
              <a:t>The </a:t>
            </a:r>
            <a:r>
              <a:rPr lang="en-US" b="1" dirty="0">
                <a:highlight>
                  <a:srgbClr val="FFFFFF"/>
                </a:highlight>
              </a:rPr>
              <a:t>OVER clause</a:t>
            </a:r>
            <a:r>
              <a:rPr lang="en-US" dirty="0">
                <a:highlight>
                  <a:srgbClr val="FFFFFF"/>
                </a:highlight>
              </a:rPr>
              <a:t> is what tells the database to treat a function as a window function. It defines the specific "window" or subset of rows that the function should look at for each row's calculation</a:t>
            </a:r>
            <a:endParaRPr lang="en-US" sz="2000" b="0" dirty="0">
              <a:effectLst/>
              <a:highlight>
                <a:srgbClr val="FFFFFF"/>
              </a:highlight>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81625530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648F19-71FE-25D5-F7BB-F43CB500CD94}"/>
              </a:ext>
            </a:extLst>
          </p:cNvPr>
          <p:cNvSpPr>
            <a:spLocks noGrp="1"/>
          </p:cNvSpPr>
          <p:nvPr>
            <p:ph type="title"/>
          </p:nvPr>
        </p:nvSpPr>
        <p:spPr/>
        <p:txBody>
          <a:bodyPr/>
          <a:lstStyle/>
          <a:p>
            <a:r>
              <a:rPr lang="en-US" b="1" dirty="0"/>
              <a:t>The 3 Components of the </a:t>
            </a:r>
            <a:r>
              <a:rPr lang="en-US" sz="2800" b="1" dirty="0"/>
              <a:t>OVER</a:t>
            </a:r>
            <a:r>
              <a:rPr lang="en-US" b="1" dirty="0"/>
              <a:t> Clause:</a:t>
            </a:r>
            <a:endParaRPr lang="en-US" dirty="0"/>
          </a:p>
        </p:txBody>
      </p:sp>
      <p:sp>
        <p:nvSpPr>
          <p:cNvPr id="3" name="Content Placeholder 2">
            <a:extLst>
              <a:ext uri="{FF2B5EF4-FFF2-40B4-BE49-F238E27FC236}">
                <a16:creationId xmlns:a16="http://schemas.microsoft.com/office/drawing/2014/main" id="{11AA9455-C0F1-90CA-3035-93319DC52D16}"/>
              </a:ext>
            </a:extLst>
          </p:cNvPr>
          <p:cNvSpPr>
            <a:spLocks noGrp="1"/>
          </p:cNvSpPr>
          <p:nvPr>
            <p:ph idx="1"/>
          </p:nvPr>
        </p:nvSpPr>
        <p:spPr/>
        <p:txBody>
          <a:bodyPr>
            <a:normAutofit fontScale="77500" lnSpcReduction="20000"/>
          </a:bodyPr>
          <a:lstStyle/>
          <a:p>
            <a:r>
              <a:rPr lang="en-US" dirty="0"/>
              <a:t>Inside the </a:t>
            </a:r>
            <a:r>
              <a:rPr lang="en-US" sz="2000" dirty="0"/>
              <a:t>OVER()</a:t>
            </a:r>
            <a:r>
              <a:rPr lang="en-US" dirty="0"/>
              <a:t> parentheses, you can control your window using three optional parameters: </a:t>
            </a:r>
          </a:p>
          <a:p>
            <a:pPr lvl="0"/>
            <a:r>
              <a:rPr lang="en-US" sz="2000" b="1" dirty="0"/>
              <a:t>PARTITION BY</a:t>
            </a:r>
            <a:r>
              <a:rPr lang="en-US" b="1" dirty="0"/>
              <a:t> (The Groups)</a:t>
            </a:r>
            <a:endParaRPr lang="en-US" dirty="0"/>
          </a:p>
          <a:p>
            <a:pPr lvl="1"/>
            <a:r>
              <a:rPr lang="en-US" b="1" dirty="0"/>
              <a:t>What it does:</a:t>
            </a:r>
            <a:r>
              <a:rPr lang="en-US" dirty="0"/>
              <a:t> Breaks the dataset into smaller, logical groups (like grouping by </a:t>
            </a:r>
            <a:r>
              <a:rPr lang="en-US" sz="1800" dirty="0"/>
              <a:t>department</a:t>
            </a:r>
            <a:r>
              <a:rPr lang="en-US" dirty="0"/>
              <a:t> or </a:t>
            </a:r>
            <a:r>
              <a:rPr lang="en-US" sz="1800" dirty="0" err="1"/>
              <a:t>customer_id</a:t>
            </a:r>
            <a:r>
              <a:rPr lang="en-US" dirty="0"/>
              <a:t>).</a:t>
            </a:r>
          </a:p>
          <a:p>
            <a:pPr lvl="1"/>
            <a:r>
              <a:rPr lang="en-US" b="1" dirty="0"/>
              <a:t>Behavior:</a:t>
            </a:r>
            <a:r>
              <a:rPr lang="en-US" dirty="0"/>
              <a:t> The function calculates its math separately for each group and resets when a new group starts. If omitted, the entire table is treated as one giant group. </a:t>
            </a:r>
          </a:p>
          <a:p>
            <a:pPr lvl="0"/>
            <a:r>
              <a:rPr lang="en-US" sz="2000" b="1" dirty="0"/>
              <a:t>ORDER BY</a:t>
            </a:r>
            <a:r>
              <a:rPr lang="en-US" b="1" dirty="0"/>
              <a:t> (The Sequence)</a:t>
            </a:r>
            <a:endParaRPr lang="en-US" dirty="0"/>
          </a:p>
          <a:p>
            <a:pPr lvl="1"/>
            <a:r>
              <a:rPr lang="en-US" b="1" dirty="0"/>
              <a:t>What it does:</a:t>
            </a:r>
            <a:r>
              <a:rPr lang="en-US" dirty="0"/>
              <a:t> Sorts the rows </a:t>
            </a:r>
            <a:r>
              <a:rPr lang="en-US" i="1" dirty="0"/>
              <a:t>inside</a:t>
            </a:r>
            <a:r>
              <a:rPr lang="en-US" dirty="0"/>
              <a:t> each partition.</a:t>
            </a:r>
          </a:p>
          <a:p>
            <a:pPr lvl="1"/>
            <a:r>
              <a:rPr lang="en-US" b="1" dirty="0"/>
              <a:t>Behavior:</a:t>
            </a:r>
            <a:r>
              <a:rPr lang="en-US" dirty="0"/>
              <a:t> This establishes the chronological or logical flow required for sequential calculations like running totals or rankings. </a:t>
            </a:r>
          </a:p>
          <a:p>
            <a:pPr lvl="0"/>
            <a:r>
              <a:rPr lang="en-US" sz="2000" b="1" dirty="0"/>
              <a:t>ROWS / RANGE</a:t>
            </a:r>
            <a:r>
              <a:rPr lang="en-US" b="1" dirty="0"/>
              <a:t> (The Frame)</a:t>
            </a:r>
            <a:endParaRPr lang="en-US" dirty="0"/>
          </a:p>
          <a:p>
            <a:pPr lvl="1"/>
            <a:r>
              <a:rPr lang="en-US" b="1" dirty="0"/>
              <a:t>What it does:</a:t>
            </a:r>
            <a:r>
              <a:rPr lang="en-US" dirty="0"/>
              <a:t> Further narrows down the rows within the partition relative to the current row.</a:t>
            </a:r>
          </a:p>
          <a:p>
            <a:pPr lvl="1"/>
            <a:r>
              <a:rPr lang="en-US" b="1" dirty="0"/>
              <a:t>Behavior:</a:t>
            </a:r>
            <a:r>
              <a:rPr lang="en-US" dirty="0"/>
              <a:t> For example, you can tell it to calculate a rolling average using only the </a:t>
            </a:r>
            <a:r>
              <a:rPr lang="en-US" sz="1800" dirty="0"/>
              <a:t>BETWEEN 2 PRECEDING AND CURRENT ROW</a:t>
            </a:r>
            <a:r>
              <a:rPr lang="en-US" dirty="0"/>
              <a:t> (the last 3 rows). </a:t>
            </a:r>
          </a:p>
          <a:p>
            <a:pPr marL="0" indent="0">
              <a:buNone/>
            </a:pPr>
            <a:endParaRPr lang="en-US" dirty="0"/>
          </a:p>
        </p:txBody>
      </p:sp>
    </p:spTree>
    <p:extLst>
      <p:ext uri="{BB962C8B-B14F-4D97-AF65-F5344CB8AC3E}">
        <p14:creationId xmlns:p14="http://schemas.microsoft.com/office/powerpoint/2010/main" val="417833732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B23ACD-A628-A0D9-90A8-83D5FCF1D4D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CF79822-6791-F841-064B-CA0658608805}"/>
              </a:ext>
            </a:extLst>
          </p:cNvPr>
          <p:cNvSpPr>
            <a:spLocks noGrp="1"/>
          </p:cNvSpPr>
          <p:nvPr>
            <p:ph type="title"/>
          </p:nvPr>
        </p:nvSpPr>
        <p:spPr/>
        <p:txBody>
          <a:bodyPr/>
          <a:lstStyle/>
          <a:p>
            <a:r>
              <a:rPr lang="en-US" dirty="0"/>
              <a:t>OVER – EXAMPLE:</a:t>
            </a:r>
          </a:p>
        </p:txBody>
      </p:sp>
      <p:sp>
        <p:nvSpPr>
          <p:cNvPr id="3" name="Content Placeholder 2">
            <a:extLst>
              <a:ext uri="{FF2B5EF4-FFF2-40B4-BE49-F238E27FC236}">
                <a16:creationId xmlns:a16="http://schemas.microsoft.com/office/drawing/2014/main" id="{AFE3C44E-721D-8A7E-B653-201ECA9761DB}"/>
              </a:ext>
            </a:extLst>
          </p:cNvPr>
          <p:cNvSpPr>
            <a:spLocks noGrp="1"/>
          </p:cNvSpPr>
          <p:nvPr>
            <p:ph idx="1"/>
          </p:nvPr>
        </p:nvSpPr>
        <p:spPr>
          <a:xfrm>
            <a:off x="838200" y="1471062"/>
            <a:ext cx="10515600" cy="4351338"/>
          </a:xfrm>
        </p:spPr>
        <p:txBody>
          <a:bodyPr>
            <a:noAutofit/>
          </a:bodyPr>
          <a:lstStyle/>
          <a:p>
            <a:pPr marL="0" indent="0">
              <a:buNone/>
            </a:pPr>
            <a:r>
              <a:rPr lang="en-US" sz="1200" dirty="0">
                <a:latin typeface="Arial" panose="020B0604020202020204" pitchFamily="34" charset="0"/>
                <a:cs typeface="Arial" panose="020B0604020202020204" pitchFamily="34" charset="0"/>
              </a:rPr>
              <a:t>SELECT ID,</a:t>
            </a:r>
          </a:p>
          <a:p>
            <a:pPr marL="0" indent="0">
              <a:buNone/>
            </a:pPr>
            <a:r>
              <a:rPr lang="en-US" sz="1200" dirty="0">
                <a:latin typeface="Arial" panose="020B0604020202020204" pitchFamily="34" charset="0"/>
                <a:cs typeface="Arial" panose="020B0604020202020204" pitchFamily="34" charset="0"/>
              </a:rPr>
              <a:t>    SKU,</a:t>
            </a:r>
          </a:p>
          <a:p>
            <a:pPr marL="0" indent="0">
              <a:buNone/>
            </a:pPr>
            <a:r>
              <a:rPr lang="en-US" sz="1200" dirty="0">
                <a:latin typeface="Arial" panose="020B0604020202020204" pitchFamily="34" charset="0"/>
                <a:cs typeface="Arial" panose="020B0604020202020204" pitchFamily="34" charset="0"/>
              </a:rPr>
              <a:t>    Name,</a:t>
            </a:r>
          </a:p>
          <a:p>
            <a:pPr marL="0" indent="0">
              <a:buNone/>
            </a:pPr>
            <a:r>
              <a:rPr lang="en-US" sz="1200" dirty="0">
                <a:latin typeface="Arial" panose="020B0604020202020204" pitchFamily="34" charset="0"/>
                <a:cs typeface="Arial" panose="020B0604020202020204" pitchFamily="34" charset="0"/>
              </a:rPr>
              <a:t>    Categories,</a:t>
            </a:r>
          </a:p>
          <a:p>
            <a:pPr marL="0" indent="0">
              <a:buNone/>
            </a:pP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RegularPrice</a:t>
            </a:r>
            <a:r>
              <a:rPr lang="en-US" sz="1200" dirty="0">
                <a:latin typeface="Arial" panose="020B0604020202020204" pitchFamily="34" charset="0"/>
                <a:cs typeface="Arial" panose="020B0604020202020204" pitchFamily="34" charset="0"/>
              </a:rPr>
              <a:t>,</a:t>
            </a:r>
          </a:p>
          <a:p>
            <a:pPr marL="0" indent="0">
              <a:buNone/>
            </a:pPr>
            <a:r>
              <a:rPr lang="en-US" sz="1200" dirty="0">
                <a:latin typeface="Arial" panose="020B0604020202020204" pitchFamily="34" charset="0"/>
                <a:cs typeface="Arial" panose="020B0604020202020204" pitchFamily="34" charset="0"/>
              </a:rPr>
              <a:t>    -- 1. Calculate the average price for each category without collapsing rows</a:t>
            </a:r>
          </a:p>
          <a:p>
            <a:pPr marL="0" indent="0">
              <a:buNone/>
            </a:pPr>
            <a:r>
              <a:rPr lang="en-US" sz="1200" dirty="0">
                <a:latin typeface="Arial" panose="020B0604020202020204" pitchFamily="34" charset="0"/>
                <a:cs typeface="Arial" panose="020B0604020202020204" pitchFamily="34" charset="0"/>
              </a:rPr>
              <a:t>    AVG(</a:t>
            </a:r>
            <a:r>
              <a:rPr lang="en-US" sz="1200" dirty="0" err="1">
                <a:latin typeface="Arial" panose="020B0604020202020204" pitchFamily="34" charset="0"/>
                <a:cs typeface="Arial" panose="020B0604020202020204" pitchFamily="34" charset="0"/>
              </a:rPr>
              <a:t>RegularPrice</a:t>
            </a:r>
            <a:r>
              <a:rPr lang="en-US" sz="1200" dirty="0">
                <a:latin typeface="Arial" panose="020B0604020202020204" pitchFamily="34" charset="0"/>
                <a:cs typeface="Arial" panose="020B0604020202020204" pitchFamily="34" charset="0"/>
              </a:rPr>
              <a:t>) OVER (PARTITION BY Categories) AS </a:t>
            </a:r>
            <a:r>
              <a:rPr lang="en-US" sz="1200" dirty="0" err="1">
                <a:latin typeface="Arial" panose="020B0604020202020204" pitchFamily="34" charset="0"/>
                <a:cs typeface="Arial" panose="020B0604020202020204" pitchFamily="34" charset="0"/>
              </a:rPr>
              <a:t>CategoryAvgPrice</a:t>
            </a:r>
            <a:r>
              <a:rPr lang="en-US" sz="1200" dirty="0">
                <a:latin typeface="Arial" panose="020B0604020202020204" pitchFamily="34" charset="0"/>
                <a:cs typeface="Arial" panose="020B0604020202020204" pitchFamily="34" charset="0"/>
              </a:rPr>
              <a:t>,</a:t>
            </a:r>
          </a:p>
          <a:p>
            <a:pPr marL="0" indent="0">
              <a:buNone/>
            </a:pPr>
            <a:r>
              <a:rPr lang="en-US" sz="1200" dirty="0">
                <a:latin typeface="Arial" panose="020B0604020202020204" pitchFamily="34" charset="0"/>
                <a:cs typeface="Arial" panose="020B0604020202020204" pitchFamily="34" charset="0"/>
              </a:rPr>
              <a:t>    -- 2. Find the price difference between the product and its category average</a:t>
            </a:r>
          </a:p>
          <a:p>
            <a:pPr marL="0" indent="0">
              <a:buNone/>
            </a:pP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RegularPrice</a:t>
            </a:r>
            <a:r>
              <a:rPr lang="en-US" sz="1200" dirty="0">
                <a:latin typeface="Arial" panose="020B0604020202020204" pitchFamily="34" charset="0"/>
                <a:cs typeface="Arial" panose="020B0604020202020204" pitchFamily="34" charset="0"/>
              </a:rPr>
              <a:t> - AVG(</a:t>
            </a:r>
            <a:r>
              <a:rPr lang="en-US" sz="1200" dirty="0" err="1">
                <a:latin typeface="Arial" panose="020B0604020202020204" pitchFamily="34" charset="0"/>
                <a:cs typeface="Arial" panose="020B0604020202020204" pitchFamily="34" charset="0"/>
              </a:rPr>
              <a:t>RegularPrice</a:t>
            </a:r>
            <a:r>
              <a:rPr lang="en-US" sz="1200" dirty="0">
                <a:latin typeface="Arial" panose="020B0604020202020204" pitchFamily="34" charset="0"/>
                <a:cs typeface="Arial" panose="020B0604020202020204" pitchFamily="34" charset="0"/>
              </a:rPr>
              <a:t>) OVER (PARTITION BY Categories) AS </a:t>
            </a:r>
            <a:r>
              <a:rPr lang="en-US" sz="1200" dirty="0" err="1">
                <a:latin typeface="Arial" panose="020B0604020202020204" pitchFamily="34" charset="0"/>
                <a:cs typeface="Arial" panose="020B0604020202020204" pitchFamily="34" charset="0"/>
              </a:rPr>
              <a:t>PriceDiffFromAvg</a:t>
            </a:r>
            <a:r>
              <a:rPr lang="en-US" sz="1200" dirty="0">
                <a:latin typeface="Arial" panose="020B0604020202020204" pitchFamily="34" charset="0"/>
                <a:cs typeface="Arial" panose="020B0604020202020204" pitchFamily="34" charset="0"/>
              </a:rPr>
              <a:t>,</a:t>
            </a:r>
          </a:p>
          <a:p>
            <a:pPr marL="0" indent="0">
              <a:buNone/>
            </a:pPr>
            <a:r>
              <a:rPr lang="en-US" sz="1200" dirty="0">
                <a:latin typeface="Arial" panose="020B0604020202020204" pitchFamily="34" charset="0"/>
                <a:cs typeface="Arial" panose="020B0604020202020204" pitchFamily="34" charset="0"/>
              </a:rPr>
              <a:t>    -- 3. Rank products from most expensive to least expensive within their category</a:t>
            </a:r>
          </a:p>
          <a:p>
            <a:pPr marL="0" indent="0">
              <a:buNone/>
            </a:pPr>
            <a:r>
              <a:rPr lang="en-US" sz="1200" dirty="0">
                <a:latin typeface="Arial" panose="020B0604020202020204" pitchFamily="34" charset="0"/>
                <a:cs typeface="Arial" panose="020B0604020202020204" pitchFamily="34" charset="0"/>
              </a:rPr>
              <a:t>    RANK() OVER (PARTITION BY Categories ORDER BY </a:t>
            </a:r>
            <a:r>
              <a:rPr lang="en-US" sz="1200" dirty="0" err="1">
                <a:latin typeface="Arial" panose="020B0604020202020204" pitchFamily="34" charset="0"/>
                <a:cs typeface="Arial" panose="020B0604020202020204" pitchFamily="34" charset="0"/>
              </a:rPr>
              <a:t>RegularPrice</a:t>
            </a:r>
            <a:r>
              <a:rPr lang="en-US" sz="1200" dirty="0">
                <a:latin typeface="Arial" panose="020B0604020202020204" pitchFamily="34" charset="0"/>
                <a:cs typeface="Arial" panose="020B0604020202020204" pitchFamily="34" charset="0"/>
              </a:rPr>
              <a:t> DESC) AS </a:t>
            </a:r>
            <a:r>
              <a:rPr lang="en-US" sz="1200" dirty="0" err="1">
                <a:latin typeface="Arial" panose="020B0604020202020204" pitchFamily="34" charset="0"/>
                <a:cs typeface="Arial" panose="020B0604020202020204" pitchFamily="34" charset="0"/>
              </a:rPr>
              <a:t>PriceRankInCategory</a:t>
            </a:r>
            <a:endParaRPr lang="en-US" sz="1200" dirty="0">
              <a:latin typeface="Arial" panose="020B0604020202020204" pitchFamily="34" charset="0"/>
              <a:cs typeface="Arial" panose="020B0604020202020204" pitchFamily="34" charset="0"/>
            </a:endParaRPr>
          </a:p>
          <a:p>
            <a:pPr marL="0" indent="0">
              <a:buNone/>
            </a:pPr>
            <a:r>
              <a:rPr lang="en-US" sz="1200" dirty="0">
                <a:latin typeface="Arial" panose="020B0604020202020204" pitchFamily="34" charset="0"/>
                <a:cs typeface="Arial" panose="020B0604020202020204" pitchFamily="34" charset="0"/>
              </a:rPr>
              <a:t>FROM products</a:t>
            </a:r>
          </a:p>
          <a:p>
            <a:pPr marL="0" indent="0">
              <a:buNone/>
            </a:pPr>
            <a:r>
              <a:rPr lang="en-US" sz="1200" dirty="0">
                <a:latin typeface="Arial" panose="020B0604020202020204" pitchFamily="34" charset="0"/>
                <a:cs typeface="Arial" panose="020B0604020202020204" pitchFamily="34" charset="0"/>
              </a:rPr>
              <a:t>WHERE </a:t>
            </a:r>
            <a:r>
              <a:rPr lang="en-US" sz="1200" dirty="0" err="1">
                <a:latin typeface="Arial" panose="020B0604020202020204" pitchFamily="34" charset="0"/>
                <a:cs typeface="Arial" panose="020B0604020202020204" pitchFamily="34" charset="0"/>
              </a:rPr>
              <a:t>RegularPrice</a:t>
            </a:r>
            <a:r>
              <a:rPr lang="en-US" sz="1200" dirty="0">
                <a:latin typeface="Arial" panose="020B0604020202020204" pitchFamily="34" charset="0"/>
                <a:cs typeface="Arial" panose="020B0604020202020204" pitchFamily="34" charset="0"/>
              </a:rPr>
              <a:t> IS NOT NULL </a:t>
            </a:r>
          </a:p>
          <a:p>
            <a:pPr marL="0" indent="0">
              <a:buNone/>
            </a:pPr>
            <a:r>
              <a:rPr lang="en-US" sz="1200" dirty="0">
                <a:latin typeface="Arial" panose="020B0604020202020204" pitchFamily="34" charset="0"/>
                <a:cs typeface="Arial" panose="020B0604020202020204" pitchFamily="34" charset="0"/>
              </a:rPr>
              <a:t>    AND Categories IS NOT NULL;</a:t>
            </a:r>
            <a:endParaRPr lang="en-US" sz="1200" b="0" dirty="0">
              <a:solidFill>
                <a:srgbClr val="3A474E"/>
              </a:solidFill>
              <a:effectLst/>
              <a:highlight>
                <a:srgbClr val="FFFFFF"/>
              </a:highlight>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96736228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5435BD-F9CF-6A24-48DD-809C56B83921}"/>
              </a:ext>
            </a:extLst>
          </p:cNvPr>
          <p:cNvSpPr>
            <a:spLocks noGrp="1"/>
          </p:cNvSpPr>
          <p:nvPr>
            <p:ph type="title"/>
          </p:nvPr>
        </p:nvSpPr>
        <p:spPr/>
        <p:txBody>
          <a:bodyPr/>
          <a:lstStyle/>
          <a:p>
            <a:r>
              <a:rPr lang="en-US" dirty="0"/>
              <a:t>Query Result</a:t>
            </a:r>
          </a:p>
        </p:txBody>
      </p:sp>
      <p:pic>
        <p:nvPicPr>
          <p:cNvPr id="5" name="Content Placeholder 4">
            <a:extLst>
              <a:ext uri="{FF2B5EF4-FFF2-40B4-BE49-F238E27FC236}">
                <a16:creationId xmlns:a16="http://schemas.microsoft.com/office/drawing/2014/main" id="{D72DDCFE-A935-9638-AF67-89ACAA1E2C9C}"/>
              </a:ext>
            </a:extLst>
          </p:cNvPr>
          <p:cNvPicPr>
            <a:picLocks noGrp="1" noChangeAspect="1"/>
          </p:cNvPicPr>
          <p:nvPr>
            <p:ph idx="1"/>
          </p:nvPr>
        </p:nvPicPr>
        <p:blipFill>
          <a:blip r:embed="rId2"/>
          <a:stretch>
            <a:fillRect/>
          </a:stretch>
        </p:blipFill>
        <p:spPr>
          <a:xfrm>
            <a:off x="914400" y="2604294"/>
            <a:ext cx="10363200" cy="2794000"/>
          </a:xfrm>
          <a:prstGeom prst="rect">
            <a:avLst/>
          </a:prstGeom>
        </p:spPr>
      </p:pic>
    </p:spTree>
    <p:extLst>
      <p:ext uri="{BB962C8B-B14F-4D97-AF65-F5344CB8AC3E}">
        <p14:creationId xmlns:p14="http://schemas.microsoft.com/office/powerpoint/2010/main" val="370148836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13A9C6-F408-52C8-4E12-533308C4AD23}"/>
              </a:ext>
            </a:extLst>
          </p:cNvPr>
          <p:cNvSpPr>
            <a:spLocks noGrp="1"/>
          </p:cNvSpPr>
          <p:nvPr>
            <p:ph type="title"/>
          </p:nvPr>
        </p:nvSpPr>
        <p:spPr/>
        <p:txBody>
          <a:bodyPr/>
          <a:lstStyle/>
          <a:p>
            <a:r>
              <a:rPr lang="en-US" dirty="0"/>
              <a:t>OVER (PARTITION)</a:t>
            </a:r>
          </a:p>
        </p:txBody>
      </p:sp>
      <p:sp>
        <p:nvSpPr>
          <p:cNvPr id="3" name="Content Placeholder 2">
            <a:extLst>
              <a:ext uri="{FF2B5EF4-FFF2-40B4-BE49-F238E27FC236}">
                <a16:creationId xmlns:a16="http://schemas.microsoft.com/office/drawing/2014/main" id="{CC0FF019-6154-AA33-CC02-2B7A2E5A5A28}"/>
              </a:ext>
            </a:extLst>
          </p:cNvPr>
          <p:cNvSpPr>
            <a:spLocks noGrp="1"/>
          </p:cNvSpPr>
          <p:nvPr>
            <p:ph idx="1"/>
          </p:nvPr>
        </p:nvSpPr>
        <p:spPr>
          <a:xfrm>
            <a:off x="838200" y="1481381"/>
            <a:ext cx="10515600" cy="4887146"/>
          </a:xfrm>
        </p:spPr>
        <p:txBody>
          <a:bodyPr>
            <a:noAutofit/>
          </a:bodyPr>
          <a:lstStyle/>
          <a:p>
            <a:pPr marL="0" indent="0">
              <a:buNone/>
            </a:pPr>
            <a:r>
              <a:rPr lang="en-US" sz="2000" dirty="0">
                <a:latin typeface="Arial" panose="020B0604020202020204" pitchFamily="34" charset="0"/>
                <a:cs typeface="Arial" panose="020B0604020202020204" pitchFamily="34" charset="0"/>
              </a:rPr>
              <a:t>SELECT </a:t>
            </a:r>
          </a:p>
          <a:p>
            <a:pPr marL="0" indent="0">
              <a:buNone/>
            </a:pP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last_name,first_name</a:t>
            </a:r>
            <a:r>
              <a:rPr lang="en-US" sz="2000" dirty="0">
                <a:latin typeface="Arial" panose="020B0604020202020204" pitchFamily="34" charset="0"/>
                <a:cs typeface="Arial" panose="020B0604020202020204" pitchFamily="34" charset="0"/>
              </a:rPr>
              <a:t>,</a:t>
            </a:r>
          </a:p>
          <a:p>
            <a:pPr marL="0" indent="0">
              <a:buNone/>
            </a:pP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dept_name</a:t>
            </a:r>
            <a:r>
              <a:rPr lang="en-US" sz="2000" dirty="0">
                <a:latin typeface="Arial" panose="020B0604020202020204" pitchFamily="34" charset="0"/>
                <a:cs typeface="Arial" panose="020B0604020202020204" pitchFamily="34" charset="0"/>
              </a:rPr>
              <a:t>,</a:t>
            </a:r>
          </a:p>
          <a:p>
            <a:pPr marL="0" indent="0">
              <a:buNone/>
            </a:pPr>
            <a:r>
              <a:rPr lang="en-US" sz="2000" dirty="0">
                <a:latin typeface="Arial" panose="020B0604020202020204" pitchFamily="34" charset="0"/>
                <a:cs typeface="Arial" panose="020B0604020202020204" pitchFamily="34" charset="0"/>
              </a:rPr>
              <a:t>    salary,</a:t>
            </a:r>
          </a:p>
          <a:p>
            <a:pPr marL="0" indent="0">
              <a:buNone/>
            </a:pPr>
            <a:r>
              <a:rPr lang="en-US" sz="2000" dirty="0">
                <a:latin typeface="Arial" panose="020B0604020202020204" pitchFamily="34" charset="0"/>
                <a:cs typeface="Arial" panose="020B0604020202020204" pitchFamily="34" charset="0"/>
              </a:rPr>
              <a:t>    -- Window Function: Calculates sum per department without losing employee rows</a:t>
            </a:r>
          </a:p>
          <a:p>
            <a:pPr marL="0" indent="0">
              <a:buNone/>
            </a:pPr>
            <a:r>
              <a:rPr lang="en-US" sz="2000" dirty="0">
                <a:latin typeface="Arial" panose="020B0604020202020204" pitchFamily="34" charset="0"/>
                <a:cs typeface="Arial" panose="020B0604020202020204" pitchFamily="34" charset="0"/>
              </a:rPr>
              <a:t>    SUM(salary) OVER(PARTITION BY </a:t>
            </a:r>
            <a:r>
              <a:rPr lang="en-US" sz="2000" dirty="0" err="1">
                <a:latin typeface="Arial" panose="020B0604020202020204" pitchFamily="34" charset="0"/>
                <a:cs typeface="Arial" panose="020B0604020202020204" pitchFamily="34" charset="0"/>
              </a:rPr>
              <a:t>dept_name</a:t>
            </a:r>
            <a:r>
              <a:rPr lang="en-US" sz="2000" dirty="0">
                <a:latin typeface="Arial" panose="020B0604020202020204" pitchFamily="34" charset="0"/>
                <a:cs typeface="Arial" panose="020B0604020202020204" pitchFamily="34" charset="0"/>
              </a:rPr>
              <a:t>) AS </a:t>
            </a:r>
            <a:r>
              <a:rPr lang="en-US" sz="2000" dirty="0" err="1">
                <a:latin typeface="Arial" panose="020B0604020202020204" pitchFamily="34" charset="0"/>
                <a:cs typeface="Arial" panose="020B0604020202020204" pitchFamily="34" charset="0"/>
              </a:rPr>
              <a:t>department_total_payroll</a:t>
            </a:r>
            <a:r>
              <a:rPr lang="en-US" sz="2000" dirty="0">
                <a:latin typeface="Arial" panose="020B0604020202020204" pitchFamily="34" charset="0"/>
                <a:cs typeface="Arial" panose="020B0604020202020204" pitchFamily="34" charset="0"/>
              </a:rPr>
              <a:t>,</a:t>
            </a:r>
          </a:p>
          <a:p>
            <a:pPr marL="0" indent="0">
              <a:buNone/>
            </a:pPr>
            <a:r>
              <a:rPr lang="en-US" sz="2000" dirty="0">
                <a:latin typeface="Arial" panose="020B0604020202020204" pitchFamily="34" charset="0"/>
                <a:cs typeface="Arial" panose="020B0604020202020204" pitchFamily="34" charset="0"/>
              </a:rPr>
              <a:t>    </a:t>
            </a:r>
          </a:p>
          <a:p>
            <a:pPr marL="0" indent="0">
              <a:buNone/>
            </a:pPr>
            <a:r>
              <a:rPr lang="en-US" sz="2000" dirty="0">
                <a:latin typeface="Arial" panose="020B0604020202020204" pitchFamily="34" charset="0"/>
                <a:cs typeface="Arial" panose="020B0604020202020204" pitchFamily="34" charset="0"/>
              </a:rPr>
              <a:t>    -- Window Function: Calculates a running total ordered by salary</a:t>
            </a:r>
          </a:p>
          <a:p>
            <a:pPr marL="0" indent="0">
              <a:buNone/>
            </a:pPr>
            <a:r>
              <a:rPr lang="en-US" sz="2000" dirty="0">
                <a:latin typeface="Arial" panose="020B0604020202020204" pitchFamily="34" charset="0"/>
                <a:cs typeface="Arial" panose="020B0604020202020204" pitchFamily="34" charset="0"/>
              </a:rPr>
              <a:t>   SUM(salary) OVER(PARTITION BY </a:t>
            </a:r>
            <a:r>
              <a:rPr lang="en-US" sz="2000" dirty="0" err="1">
                <a:latin typeface="Arial" panose="020B0604020202020204" pitchFamily="34" charset="0"/>
                <a:cs typeface="Arial" panose="020B0604020202020204" pitchFamily="34" charset="0"/>
              </a:rPr>
              <a:t>dept_name</a:t>
            </a:r>
            <a:r>
              <a:rPr lang="en-US" sz="2000" dirty="0">
                <a:latin typeface="Arial" panose="020B0604020202020204" pitchFamily="34" charset="0"/>
                <a:cs typeface="Arial" panose="020B0604020202020204" pitchFamily="34" charset="0"/>
              </a:rPr>
              <a:t> ORDER BY salary ) AS </a:t>
            </a:r>
            <a:r>
              <a:rPr lang="en-US" sz="2000" dirty="0" err="1">
                <a:latin typeface="Arial" panose="020B0604020202020204" pitchFamily="34" charset="0"/>
                <a:cs typeface="Arial" panose="020B0604020202020204" pitchFamily="34" charset="0"/>
              </a:rPr>
              <a:t>running_total_payroll</a:t>
            </a:r>
            <a:endParaRPr lang="en-US" sz="2000" dirty="0">
              <a:latin typeface="Arial" panose="020B0604020202020204" pitchFamily="34" charset="0"/>
              <a:cs typeface="Arial" panose="020B0604020202020204" pitchFamily="34" charset="0"/>
            </a:endParaRPr>
          </a:p>
          <a:p>
            <a:pPr marL="0" indent="0">
              <a:buNone/>
            </a:pPr>
            <a:r>
              <a:rPr lang="en-US" sz="2000" dirty="0">
                <a:latin typeface="Arial" panose="020B0604020202020204" pitchFamily="34" charset="0"/>
                <a:cs typeface="Arial" panose="020B0604020202020204" pitchFamily="34" charset="0"/>
              </a:rPr>
              <a:t>FROM employees e </a:t>
            </a:r>
          </a:p>
          <a:p>
            <a:pPr marL="0" indent="0">
              <a:buNone/>
            </a:pPr>
            <a:r>
              <a:rPr lang="en-US" sz="2000" dirty="0">
                <a:latin typeface="Arial" panose="020B0604020202020204" pitchFamily="34" charset="0"/>
                <a:cs typeface="Arial" panose="020B0604020202020204" pitchFamily="34" charset="0"/>
              </a:rPr>
              <a:t>JOIN departments d ON </a:t>
            </a:r>
            <a:r>
              <a:rPr lang="en-US" sz="2000" dirty="0" err="1">
                <a:latin typeface="Arial" panose="020B0604020202020204" pitchFamily="34" charset="0"/>
                <a:cs typeface="Arial" panose="020B0604020202020204" pitchFamily="34" charset="0"/>
              </a:rPr>
              <a:t>e.dept_id</a:t>
            </a:r>
            <a:r>
              <a:rPr lang="en-US" sz="2000" dirty="0">
                <a:latin typeface="Arial" panose="020B0604020202020204" pitchFamily="34" charset="0"/>
                <a:cs typeface="Arial" panose="020B0604020202020204" pitchFamily="34" charset="0"/>
              </a:rPr>
              <a:t>=</a:t>
            </a:r>
            <a:r>
              <a:rPr lang="en-US" sz="2000" dirty="0" err="1">
                <a:latin typeface="Arial" panose="020B0604020202020204" pitchFamily="34" charset="0"/>
                <a:cs typeface="Arial" panose="020B0604020202020204" pitchFamily="34" charset="0"/>
              </a:rPr>
              <a:t>d.dept_id</a:t>
            </a:r>
            <a:r>
              <a:rPr lang="en-US" sz="2000" dirty="0">
                <a:latin typeface="Arial" panose="020B0604020202020204" pitchFamily="34" charset="0"/>
                <a:cs typeface="Arial" panose="020B0604020202020204" pitchFamily="34" charset="0"/>
              </a:rPr>
              <a:t>;</a:t>
            </a:r>
            <a:endParaRPr lang="en-US" sz="2000" b="0" dirty="0">
              <a:solidFill>
                <a:srgbClr val="3A474E"/>
              </a:solidFill>
              <a:effectLst/>
              <a:highlight>
                <a:srgbClr val="FFFFFF"/>
              </a:highlight>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65119233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4B1D38-E2D4-B5EB-39C9-B75E86A14E1C}"/>
              </a:ext>
            </a:extLst>
          </p:cNvPr>
          <p:cNvSpPr>
            <a:spLocks noGrp="1"/>
          </p:cNvSpPr>
          <p:nvPr>
            <p:ph type="title"/>
          </p:nvPr>
        </p:nvSpPr>
        <p:spPr/>
        <p:txBody>
          <a:bodyPr/>
          <a:lstStyle/>
          <a:p>
            <a:r>
              <a:rPr lang="en-US" dirty="0"/>
              <a:t>Result:</a:t>
            </a:r>
          </a:p>
        </p:txBody>
      </p:sp>
      <p:pic>
        <p:nvPicPr>
          <p:cNvPr id="9" name="Content Placeholder 8">
            <a:extLst>
              <a:ext uri="{FF2B5EF4-FFF2-40B4-BE49-F238E27FC236}">
                <a16:creationId xmlns:a16="http://schemas.microsoft.com/office/drawing/2014/main" id="{34C8E394-EF4C-DAE5-D9B1-2572536BA0A8}"/>
              </a:ext>
            </a:extLst>
          </p:cNvPr>
          <p:cNvPicPr>
            <a:picLocks noGrp="1" noChangeAspect="1"/>
          </p:cNvPicPr>
          <p:nvPr>
            <p:ph idx="1"/>
          </p:nvPr>
        </p:nvPicPr>
        <p:blipFill>
          <a:blip r:embed="rId2"/>
          <a:stretch>
            <a:fillRect/>
          </a:stretch>
        </p:blipFill>
        <p:spPr>
          <a:xfrm>
            <a:off x="1011993" y="2840019"/>
            <a:ext cx="9748970" cy="2226833"/>
          </a:xfrm>
          <a:prstGeom prst="rect">
            <a:avLst/>
          </a:prstGeom>
        </p:spPr>
      </p:pic>
    </p:spTree>
    <p:extLst>
      <p:ext uri="{BB962C8B-B14F-4D97-AF65-F5344CB8AC3E}">
        <p14:creationId xmlns:p14="http://schemas.microsoft.com/office/powerpoint/2010/main" val="343592023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4973EE-98C3-0064-CAFC-7BF9EA29E575}"/>
              </a:ext>
            </a:extLst>
          </p:cNvPr>
          <p:cNvSpPr>
            <a:spLocks noGrp="1"/>
          </p:cNvSpPr>
          <p:nvPr>
            <p:ph type="title"/>
          </p:nvPr>
        </p:nvSpPr>
        <p:spPr/>
        <p:txBody>
          <a:bodyPr/>
          <a:lstStyle/>
          <a:p>
            <a:r>
              <a:rPr lang="en-US" sz="4400" dirty="0"/>
              <a:t>OVER vs. GROUP BY</a:t>
            </a:r>
            <a:endParaRPr lang="en-US" dirty="0"/>
          </a:p>
        </p:txBody>
      </p:sp>
      <p:pic>
        <p:nvPicPr>
          <p:cNvPr id="8" name="Content Placeholder 7" descr="A screenshot of a graph&#10;&#10;Description automatically generated">
            <a:extLst>
              <a:ext uri="{FF2B5EF4-FFF2-40B4-BE49-F238E27FC236}">
                <a16:creationId xmlns:a16="http://schemas.microsoft.com/office/drawing/2014/main" id="{01DB02BF-3420-ED80-1BCE-71FF27E3A161}"/>
              </a:ext>
            </a:extLst>
          </p:cNvPr>
          <p:cNvPicPr>
            <a:picLocks noGrp="1" noChangeAspect="1"/>
          </p:cNvPicPr>
          <p:nvPr>
            <p:ph idx="1"/>
          </p:nvPr>
        </p:nvPicPr>
        <p:blipFill>
          <a:blip r:embed="rId2"/>
          <a:stretch>
            <a:fillRect/>
          </a:stretch>
        </p:blipFill>
        <p:spPr>
          <a:xfrm>
            <a:off x="838200" y="1917216"/>
            <a:ext cx="10515600" cy="4168155"/>
          </a:xfrm>
        </p:spPr>
      </p:pic>
    </p:spTree>
    <p:extLst>
      <p:ext uri="{BB962C8B-B14F-4D97-AF65-F5344CB8AC3E}">
        <p14:creationId xmlns:p14="http://schemas.microsoft.com/office/powerpoint/2010/main" val="100698541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4973EE-98C3-0064-CAFC-7BF9EA29E575}"/>
              </a:ext>
            </a:extLst>
          </p:cNvPr>
          <p:cNvSpPr>
            <a:spLocks noGrp="1"/>
          </p:cNvSpPr>
          <p:nvPr>
            <p:ph type="title"/>
          </p:nvPr>
        </p:nvSpPr>
        <p:spPr/>
        <p:txBody>
          <a:bodyPr/>
          <a:lstStyle/>
          <a:p>
            <a:r>
              <a:rPr lang="en-US" sz="4400" dirty="0"/>
              <a:t>OVER vs. GROUP BY</a:t>
            </a:r>
            <a:endParaRPr lang="en-US" dirty="0"/>
          </a:p>
        </p:txBody>
      </p:sp>
      <p:sp>
        <p:nvSpPr>
          <p:cNvPr id="3" name="Content Placeholder 2">
            <a:extLst>
              <a:ext uri="{FF2B5EF4-FFF2-40B4-BE49-F238E27FC236}">
                <a16:creationId xmlns:a16="http://schemas.microsoft.com/office/drawing/2014/main" id="{C6D51174-0447-66AD-FAAD-C803997254D4}"/>
              </a:ext>
            </a:extLst>
          </p:cNvPr>
          <p:cNvSpPr>
            <a:spLocks noGrp="1"/>
          </p:cNvSpPr>
          <p:nvPr>
            <p:ph idx="1"/>
          </p:nvPr>
        </p:nvSpPr>
        <p:spPr/>
        <p:txBody>
          <a:bodyPr>
            <a:normAutofit/>
          </a:bodyPr>
          <a:lstStyle/>
          <a:p>
            <a:pPr marL="0" indent="0">
              <a:buNone/>
            </a:pPr>
            <a:r>
              <a:rPr lang="en-US" sz="1800" dirty="0">
                <a:solidFill>
                  <a:srgbClr val="3367D6"/>
                </a:solidFill>
                <a:latin typeface="Roboto Mono" pitchFamily="49" charset="0"/>
              </a:rPr>
              <a:t>SELECT </a:t>
            </a:r>
          </a:p>
          <a:p>
            <a:pPr marL="0" indent="0">
              <a:buNone/>
            </a:pPr>
            <a:r>
              <a:rPr lang="en-US" sz="1800" dirty="0">
                <a:solidFill>
                  <a:srgbClr val="3367D6"/>
                </a:solidFill>
                <a:latin typeface="Roboto Mono" pitchFamily="49" charset="0"/>
              </a:rPr>
              <a:t>    </a:t>
            </a:r>
            <a:r>
              <a:rPr lang="en-US" sz="1800" dirty="0" err="1">
                <a:solidFill>
                  <a:srgbClr val="3367D6"/>
                </a:solidFill>
                <a:latin typeface="Roboto Mono" pitchFamily="49" charset="0"/>
              </a:rPr>
              <a:t>last_name,first_name</a:t>
            </a:r>
            <a:r>
              <a:rPr lang="en-US" sz="1800" dirty="0">
                <a:solidFill>
                  <a:srgbClr val="3367D6"/>
                </a:solidFill>
                <a:latin typeface="Roboto Mono" pitchFamily="49" charset="0"/>
              </a:rPr>
              <a:t>,</a:t>
            </a:r>
          </a:p>
          <a:p>
            <a:pPr marL="0" indent="0">
              <a:buNone/>
            </a:pPr>
            <a:r>
              <a:rPr lang="en-US" sz="1800" dirty="0">
                <a:solidFill>
                  <a:srgbClr val="3367D6"/>
                </a:solidFill>
                <a:latin typeface="Roboto Mono" pitchFamily="49" charset="0"/>
              </a:rPr>
              <a:t>    </a:t>
            </a:r>
            <a:r>
              <a:rPr lang="en-US" sz="1800" dirty="0" err="1">
                <a:solidFill>
                  <a:srgbClr val="3367D6"/>
                </a:solidFill>
                <a:latin typeface="Roboto Mono" pitchFamily="49" charset="0"/>
              </a:rPr>
              <a:t>dept_name</a:t>
            </a:r>
            <a:r>
              <a:rPr lang="en-US" sz="1800" dirty="0">
                <a:solidFill>
                  <a:srgbClr val="3367D6"/>
                </a:solidFill>
                <a:latin typeface="Roboto Mono" pitchFamily="49" charset="0"/>
              </a:rPr>
              <a:t>,</a:t>
            </a:r>
          </a:p>
          <a:p>
            <a:pPr marL="0" indent="0">
              <a:buNone/>
            </a:pPr>
            <a:r>
              <a:rPr lang="en-US" sz="1800" dirty="0">
                <a:solidFill>
                  <a:srgbClr val="3367D6"/>
                </a:solidFill>
                <a:latin typeface="Roboto Mono" pitchFamily="49" charset="0"/>
              </a:rPr>
              <a:t>	SUM(salary) </a:t>
            </a:r>
          </a:p>
          <a:p>
            <a:pPr marL="0" indent="0">
              <a:buNone/>
            </a:pPr>
            <a:r>
              <a:rPr lang="en-US" sz="1800" dirty="0">
                <a:solidFill>
                  <a:srgbClr val="3367D6"/>
                </a:solidFill>
                <a:latin typeface="Roboto Mono" pitchFamily="49" charset="0"/>
              </a:rPr>
              <a:t>FROM employees e </a:t>
            </a:r>
          </a:p>
          <a:p>
            <a:pPr marL="0" indent="0">
              <a:buNone/>
            </a:pPr>
            <a:r>
              <a:rPr lang="en-US" sz="1800" dirty="0">
                <a:solidFill>
                  <a:srgbClr val="3367D6"/>
                </a:solidFill>
                <a:latin typeface="Roboto Mono" pitchFamily="49" charset="0"/>
              </a:rPr>
              <a:t>JOIN departments d ON </a:t>
            </a:r>
            <a:r>
              <a:rPr lang="en-US" sz="1800" dirty="0" err="1">
                <a:solidFill>
                  <a:srgbClr val="3367D6"/>
                </a:solidFill>
                <a:latin typeface="Roboto Mono" pitchFamily="49" charset="0"/>
              </a:rPr>
              <a:t>e.dept_id</a:t>
            </a:r>
            <a:r>
              <a:rPr lang="en-US" sz="1800" dirty="0">
                <a:solidFill>
                  <a:srgbClr val="3367D6"/>
                </a:solidFill>
                <a:latin typeface="Roboto Mono" pitchFamily="49" charset="0"/>
              </a:rPr>
              <a:t>=</a:t>
            </a:r>
            <a:r>
              <a:rPr lang="en-US" sz="1800" dirty="0" err="1">
                <a:solidFill>
                  <a:srgbClr val="3367D6"/>
                </a:solidFill>
                <a:latin typeface="Roboto Mono" pitchFamily="49" charset="0"/>
              </a:rPr>
              <a:t>d.dept_id</a:t>
            </a:r>
            <a:endParaRPr lang="en-US" sz="1800" dirty="0">
              <a:solidFill>
                <a:srgbClr val="3367D6"/>
              </a:solidFill>
              <a:latin typeface="Roboto Mono" pitchFamily="49" charset="0"/>
            </a:endParaRPr>
          </a:p>
          <a:p>
            <a:pPr marL="0" indent="0">
              <a:buNone/>
            </a:pPr>
            <a:r>
              <a:rPr lang="en-US" sz="1800" dirty="0">
                <a:solidFill>
                  <a:srgbClr val="3367D6"/>
                </a:solidFill>
                <a:latin typeface="Roboto Mono" pitchFamily="49" charset="0"/>
              </a:rPr>
              <a:t>GROUP BY </a:t>
            </a:r>
            <a:r>
              <a:rPr lang="en-US" sz="1800" dirty="0" err="1">
                <a:solidFill>
                  <a:srgbClr val="3367D6"/>
                </a:solidFill>
                <a:latin typeface="Roboto Mono" pitchFamily="49" charset="0"/>
              </a:rPr>
              <a:t>last_name,first_name,dept_name,salary</a:t>
            </a:r>
            <a:r>
              <a:rPr lang="en-US" sz="1800" dirty="0">
                <a:solidFill>
                  <a:srgbClr val="3367D6"/>
                </a:solidFill>
                <a:latin typeface="Roboto Mono" pitchFamily="49" charset="0"/>
              </a:rPr>
              <a:t>;</a:t>
            </a:r>
            <a:endParaRPr lang="en-US" sz="1800" dirty="0"/>
          </a:p>
        </p:txBody>
      </p:sp>
    </p:spTree>
    <p:extLst>
      <p:ext uri="{BB962C8B-B14F-4D97-AF65-F5344CB8AC3E}">
        <p14:creationId xmlns:p14="http://schemas.microsoft.com/office/powerpoint/2010/main" val="187197629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E0E2A3-B4E8-7FC2-E02D-9FAFE44558C4}"/>
              </a:ext>
            </a:extLst>
          </p:cNvPr>
          <p:cNvSpPr>
            <a:spLocks noGrp="1"/>
          </p:cNvSpPr>
          <p:nvPr>
            <p:ph type="title"/>
          </p:nvPr>
        </p:nvSpPr>
        <p:spPr/>
        <p:txBody>
          <a:bodyPr/>
          <a:lstStyle/>
          <a:p>
            <a:r>
              <a:rPr lang="en-US" dirty="0" err="1"/>
              <a:t>Result:s</a:t>
            </a:r>
            <a:endParaRPr lang="en-US" dirty="0"/>
          </a:p>
        </p:txBody>
      </p:sp>
      <p:pic>
        <p:nvPicPr>
          <p:cNvPr id="9" name="Content Placeholder 8">
            <a:extLst>
              <a:ext uri="{FF2B5EF4-FFF2-40B4-BE49-F238E27FC236}">
                <a16:creationId xmlns:a16="http://schemas.microsoft.com/office/drawing/2014/main" id="{3781AEDB-9CED-42E7-0917-AFD6485A816E}"/>
              </a:ext>
            </a:extLst>
          </p:cNvPr>
          <p:cNvPicPr>
            <a:picLocks noGrp="1" noChangeAspect="1"/>
          </p:cNvPicPr>
          <p:nvPr>
            <p:ph idx="1"/>
          </p:nvPr>
        </p:nvPicPr>
        <p:blipFill>
          <a:blip r:embed="rId2"/>
          <a:stretch>
            <a:fillRect/>
          </a:stretch>
        </p:blipFill>
        <p:spPr>
          <a:xfrm>
            <a:off x="838200" y="2108499"/>
            <a:ext cx="9646278" cy="4160535"/>
          </a:xfrm>
          <a:prstGeom prst="rect">
            <a:avLst/>
          </a:prstGeom>
        </p:spPr>
      </p:pic>
    </p:spTree>
    <p:extLst>
      <p:ext uri="{BB962C8B-B14F-4D97-AF65-F5344CB8AC3E}">
        <p14:creationId xmlns:p14="http://schemas.microsoft.com/office/powerpoint/2010/main" val="53404081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19BA0B-CCF3-D168-466A-91C22598ACE8}"/>
              </a:ext>
            </a:extLst>
          </p:cNvPr>
          <p:cNvSpPr>
            <a:spLocks noGrp="1"/>
          </p:cNvSpPr>
          <p:nvPr>
            <p:ph type="title"/>
          </p:nvPr>
        </p:nvSpPr>
        <p:spPr/>
        <p:txBody>
          <a:bodyPr/>
          <a:lstStyle/>
          <a:p>
            <a:r>
              <a:rPr lang="en-US" dirty="0"/>
              <a:t>ROW_NUMBER</a:t>
            </a:r>
          </a:p>
        </p:txBody>
      </p:sp>
      <p:sp>
        <p:nvSpPr>
          <p:cNvPr id="3" name="Content Placeholder 2">
            <a:extLst>
              <a:ext uri="{FF2B5EF4-FFF2-40B4-BE49-F238E27FC236}">
                <a16:creationId xmlns:a16="http://schemas.microsoft.com/office/drawing/2014/main" id="{C99DD118-E80B-F4C6-F4BD-223AB23D5AA9}"/>
              </a:ext>
            </a:extLst>
          </p:cNvPr>
          <p:cNvSpPr>
            <a:spLocks noGrp="1"/>
          </p:cNvSpPr>
          <p:nvPr>
            <p:ph idx="1"/>
          </p:nvPr>
        </p:nvSpPr>
        <p:spPr/>
        <p:txBody>
          <a:bodyPr>
            <a:normAutofit fontScale="92500" lnSpcReduction="10000"/>
          </a:bodyPr>
          <a:lstStyle/>
          <a:p>
            <a:pPr marL="0" indent="0">
              <a:buNone/>
            </a:pPr>
            <a:r>
              <a:rPr lang="en-US" dirty="0"/>
              <a:t>Assign a unique number to each row in the query result:</a:t>
            </a:r>
          </a:p>
          <a:p>
            <a:pPr marL="0" indent="0">
              <a:buNone/>
            </a:pPr>
            <a:endParaRPr lang="en-US" sz="1800" b="0" dirty="0">
              <a:solidFill>
                <a:srgbClr val="3367D6"/>
              </a:solidFill>
              <a:effectLst/>
              <a:highlight>
                <a:srgbClr val="FFFFFF"/>
              </a:highlight>
              <a:latin typeface="Roboto Mono" pitchFamily="49" charset="0"/>
            </a:endParaRPr>
          </a:p>
          <a:p>
            <a:pPr marL="0" indent="0">
              <a:buNone/>
            </a:pPr>
            <a:r>
              <a:rPr lang="en-US" sz="1800" dirty="0">
                <a:solidFill>
                  <a:srgbClr val="3367D6"/>
                </a:solidFill>
                <a:latin typeface="Roboto Mono" pitchFamily="49" charset="0"/>
              </a:rPr>
              <a:t>SELECT </a:t>
            </a:r>
          </a:p>
          <a:p>
            <a:pPr marL="0" indent="0">
              <a:buNone/>
            </a:pPr>
            <a:r>
              <a:rPr lang="en-US" sz="1800" dirty="0">
                <a:solidFill>
                  <a:srgbClr val="3367D6"/>
                </a:solidFill>
                <a:latin typeface="Roboto Mono" pitchFamily="49" charset="0"/>
              </a:rPr>
              <a:t>    </a:t>
            </a:r>
            <a:r>
              <a:rPr lang="en-US" sz="1800" dirty="0" err="1">
                <a:solidFill>
                  <a:srgbClr val="3367D6"/>
                </a:solidFill>
                <a:latin typeface="Roboto Mono" pitchFamily="49" charset="0"/>
              </a:rPr>
              <a:t>last_name,first_name</a:t>
            </a:r>
            <a:r>
              <a:rPr lang="en-US" sz="1800" dirty="0">
                <a:solidFill>
                  <a:srgbClr val="3367D6"/>
                </a:solidFill>
                <a:latin typeface="Roboto Mono" pitchFamily="49" charset="0"/>
              </a:rPr>
              <a:t>,</a:t>
            </a:r>
          </a:p>
          <a:p>
            <a:pPr marL="0" indent="0">
              <a:buNone/>
            </a:pPr>
            <a:r>
              <a:rPr lang="en-US" sz="1800" dirty="0">
                <a:solidFill>
                  <a:srgbClr val="3367D6"/>
                </a:solidFill>
                <a:latin typeface="Roboto Mono" pitchFamily="49" charset="0"/>
              </a:rPr>
              <a:t>    </a:t>
            </a:r>
            <a:r>
              <a:rPr lang="en-US" sz="1800" dirty="0" err="1">
                <a:solidFill>
                  <a:srgbClr val="3367D6"/>
                </a:solidFill>
                <a:latin typeface="Roboto Mono" pitchFamily="49" charset="0"/>
              </a:rPr>
              <a:t>dept_name</a:t>
            </a:r>
            <a:r>
              <a:rPr lang="en-US" sz="1800" dirty="0">
                <a:solidFill>
                  <a:srgbClr val="3367D6"/>
                </a:solidFill>
                <a:latin typeface="Roboto Mono" pitchFamily="49" charset="0"/>
              </a:rPr>
              <a:t>,</a:t>
            </a:r>
          </a:p>
          <a:p>
            <a:pPr marL="0" indent="0">
              <a:buNone/>
            </a:pPr>
            <a:r>
              <a:rPr lang="en-US" sz="1800" dirty="0">
                <a:solidFill>
                  <a:srgbClr val="3367D6"/>
                </a:solidFill>
                <a:latin typeface="Roboto Mono" pitchFamily="49" charset="0"/>
              </a:rPr>
              <a:t>    salary,</a:t>
            </a:r>
          </a:p>
          <a:p>
            <a:pPr marL="0" indent="0">
              <a:buNone/>
            </a:pPr>
            <a:r>
              <a:rPr lang="en-US" sz="1800" dirty="0">
                <a:solidFill>
                  <a:srgbClr val="3367D6"/>
                </a:solidFill>
                <a:latin typeface="Roboto Mono" pitchFamily="49" charset="0"/>
              </a:rPr>
              <a:t>    ROW_NUMBER() OVER(PARTITION BY </a:t>
            </a:r>
            <a:r>
              <a:rPr lang="en-US" sz="1800" dirty="0" err="1">
                <a:solidFill>
                  <a:srgbClr val="3367D6"/>
                </a:solidFill>
                <a:latin typeface="Roboto Mono" pitchFamily="49" charset="0"/>
              </a:rPr>
              <a:t>dept_name</a:t>
            </a:r>
            <a:r>
              <a:rPr lang="en-US" sz="1800" dirty="0">
                <a:solidFill>
                  <a:srgbClr val="3367D6"/>
                </a:solidFill>
                <a:latin typeface="Roboto Mono" pitchFamily="49" charset="0"/>
              </a:rPr>
              <a:t> ORDER BY salary DESC) AS </a:t>
            </a:r>
            <a:r>
              <a:rPr lang="en-US" sz="1800" dirty="0" err="1">
                <a:solidFill>
                  <a:srgbClr val="3367D6"/>
                </a:solidFill>
                <a:latin typeface="Roboto Mono" pitchFamily="49" charset="0"/>
              </a:rPr>
              <a:t>dept_row_num</a:t>
            </a:r>
            <a:r>
              <a:rPr lang="en-US" sz="1800" dirty="0">
                <a:solidFill>
                  <a:srgbClr val="3367D6"/>
                </a:solidFill>
                <a:latin typeface="Roboto Mono" pitchFamily="49" charset="0"/>
              </a:rPr>
              <a:t>,</a:t>
            </a:r>
          </a:p>
          <a:p>
            <a:pPr marL="0" indent="0">
              <a:buNone/>
            </a:pPr>
            <a:r>
              <a:rPr lang="en-US" sz="1800" dirty="0">
                <a:solidFill>
                  <a:srgbClr val="3367D6"/>
                </a:solidFill>
                <a:latin typeface="Roboto Mono" pitchFamily="49" charset="0"/>
              </a:rPr>
              <a:t>    SUM(salary) OVER(PARTITION BY </a:t>
            </a:r>
            <a:r>
              <a:rPr lang="en-US" sz="1800" dirty="0" err="1">
                <a:solidFill>
                  <a:srgbClr val="3367D6"/>
                </a:solidFill>
                <a:latin typeface="Roboto Mono" pitchFamily="49" charset="0"/>
              </a:rPr>
              <a:t>dept_name</a:t>
            </a:r>
            <a:r>
              <a:rPr lang="en-US" sz="1800" dirty="0">
                <a:solidFill>
                  <a:srgbClr val="3367D6"/>
                </a:solidFill>
                <a:latin typeface="Roboto Mono" pitchFamily="49" charset="0"/>
              </a:rPr>
              <a:t>) AS </a:t>
            </a:r>
            <a:r>
              <a:rPr lang="en-US" sz="1800" dirty="0" err="1">
                <a:solidFill>
                  <a:srgbClr val="3367D6"/>
                </a:solidFill>
                <a:latin typeface="Roboto Mono" pitchFamily="49" charset="0"/>
              </a:rPr>
              <a:t>department_total_payroll</a:t>
            </a:r>
            <a:r>
              <a:rPr lang="en-US" sz="1800" dirty="0">
                <a:solidFill>
                  <a:srgbClr val="3367D6"/>
                </a:solidFill>
                <a:latin typeface="Roboto Mono" pitchFamily="49" charset="0"/>
              </a:rPr>
              <a:t>,</a:t>
            </a:r>
          </a:p>
          <a:p>
            <a:pPr marL="0" indent="0">
              <a:buNone/>
            </a:pPr>
            <a:r>
              <a:rPr lang="en-US" sz="1800" dirty="0">
                <a:solidFill>
                  <a:srgbClr val="3367D6"/>
                </a:solidFill>
                <a:latin typeface="Roboto Mono" pitchFamily="49" charset="0"/>
              </a:rPr>
              <a:t>	SUM(salary) OVER(PARTITION BY </a:t>
            </a:r>
            <a:r>
              <a:rPr lang="en-US" sz="1800" dirty="0" err="1">
                <a:solidFill>
                  <a:srgbClr val="3367D6"/>
                </a:solidFill>
                <a:latin typeface="Roboto Mono" pitchFamily="49" charset="0"/>
              </a:rPr>
              <a:t>dept_name</a:t>
            </a:r>
            <a:r>
              <a:rPr lang="en-US" sz="1800" dirty="0">
                <a:solidFill>
                  <a:srgbClr val="3367D6"/>
                </a:solidFill>
                <a:latin typeface="Roboto Mono" pitchFamily="49" charset="0"/>
              </a:rPr>
              <a:t> ORDER BY salary ) AS </a:t>
            </a:r>
            <a:r>
              <a:rPr lang="en-US" sz="1800" dirty="0" err="1">
                <a:solidFill>
                  <a:srgbClr val="3367D6"/>
                </a:solidFill>
                <a:latin typeface="Roboto Mono" pitchFamily="49" charset="0"/>
              </a:rPr>
              <a:t>running_total_payroll</a:t>
            </a:r>
            <a:endParaRPr lang="en-US" sz="1800" dirty="0">
              <a:solidFill>
                <a:srgbClr val="3367D6"/>
              </a:solidFill>
              <a:latin typeface="Roboto Mono" pitchFamily="49" charset="0"/>
            </a:endParaRPr>
          </a:p>
          <a:p>
            <a:pPr marL="0" indent="0">
              <a:buNone/>
            </a:pPr>
            <a:r>
              <a:rPr lang="en-US" sz="1800" dirty="0">
                <a:solidFill>
                  <a:srgbClr val="3367D6"/>
                </a:solidFill>
                <a:latin typeface="Roboto Mono" pitchFamily="49" charset="0"/>
              </a:rPr>
              <a:t>FROM employees e </a:t>
            </a:r>
          </a:p>
          <a:p>
            <a:pPr marL="0" indent="0">
              <a:buNone/>
            </a:pPr>
            <a:r>
              <a:rPr lang="en-US" sz="1800" dirty="0">
                <a:solidFill>
                  <a:srgbClr val="3367D6"/>
                </a:solidFill>
                <a:latin typeface="Roboto Mono" pitchFamily="49" charset="0"/>
              </a:rPr>
              <a:t>JOIN departments d ON </a:t>
            </a:r>
            <a:r>
              <a:rPr lang="en-US" sz="1800" dirty="0" err="1">
                <a:solidFill>
                  <a:srgbClr val="3367D6"/>
                </a:solidFill>
                <a:latin typeface="Roboto Mono" pitchFamily="49" charset="0"/>
              </a:rPr>
              <a:t>e.dept_id</a:t>
            </a:r>
            <a:r>
              <a:rPr lang="en-US" sz="1800" dirty="0">
                <a:solidFill>
                  <a:srgbClr val="3367D6"/>
                </a:solidFill>
                <a:latin typeface="Roboto Mono" pitchFamily="49" charset="0"/>
              </a:rPr>
              <a:t>=</a:t>
            </a:r>
            <a:r>
              <a:rPr lang="en-US" sz="1800" dirty="0" err="1">
                <a:solidFill>
                  <a:srgbClr val="3367D6"/>
                </a:solidFill>
                <a:latin typeface="Roboto Mono" pitchFamily="49" charset="0"/>
              </a:rPr>
              <a:t>d.dept_id</a:t>
            </a:r>
            <a:r>
              <a:rPr lang="en-US" sz="1800" dirty="0">
                <a:solidFill>
                  <a:srgbClr val="3367D6"/>
                </a:solidFill>
                <a:latin typeface="Roboto Mono" pitchFamily="49" charset="0"/>
              </a:rPr>
              <a:t>;</a:t>
            </a:r>
            <a:endParaRPr lang="en-US" dirty="0"/>
          </a:p>
        </p:txBody>
      </p:sp>
    </p:spTree>
    <p:extLst>
      <p:ext uri="{BB962C8B-B14F-4D97-AF65-F5344CB8AC3E}">
        <p14:creationId xmlns:p14="http://schemas.microsoft.com/office/powerpoint/2010/main" val="118865368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FC32EC-8AEC-4726-0736-ECAAD5DBD6A5}"/>
              </a:ext>
            </a:extLst>
          </p:cNvPr>
          <p:cNvSpPr>
            <a:spLocks noGrp="1"/>
          </p:cNvSpPr>
          <p:nvPr>
            <p:ph type="title"/>
          </p:nvPr>
        </p:nvSpPr>
        <p:spPr/>
        <p:txBody>
          <a:bodyPr/>
          <a:lstStyle/>
          <a:p>
            <a:r>
              <a:rPr lang="en-US" dirty="0"/>
              <a:t>Results:</a:t>
            </a:r>
          </a:p>
        </p:txBody>
      </p:sp>
      <p:pic>
        <p:nvPicPr>
          <p:cNvPr id="9" name="Content Placeholder 8">
            <a:extLst>
              <a:ext uri="{FF2B5EF4-FFF2-40B4-BE49-F238E27FC236}">
                <a16:creationId xmlns:a16="http://schemas.microsoft.com/office/drawing/2014/main" id="{07FECF6A-8A96-5C1B-3D06-7E786A3035CB}"/>
              </a:ext>
            </a:extLst>
          </p:cNvPr>
          <p:cNvPicPr>
            <a:picLocks noGrp="1" noChangeAspect="1"/>
          </p:cNvPicPr>
          <p:nvPr>
            <p:ph idx="1"/>
          </p:nvPr>
        </p:nvPicPr>
        <p:blipFill>
          <a:blip r:embed="rId2"/>
          <a:stretch>
            <a:fillRect/>
          </a:stretch>
        </p:blipFill>
        <p:spPr>
          <a:xfrm>
            <a:off x="872385" y="3124993"/>
            <a:ext cx="10568073" cy="2264587"/>
          </a:xfrm>
          <a:prstGeom prst="rect">
            <a:avLst/>
          </a:prstGeom>
        </p:spPr>
      </p:pic>
    </p:spTree>
    <p:extLst>
      <p:ext uri="{BB962C8B-B14F-4D97-AF65-F5344CB8AC3E}">
        <p14:creationId xmlns:p14="http://schemas.microsoft.com/office/powerpoint/2010/main" val="127775015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19BA0B-CCF3-D168-466A-91C22598ACE8}"/>
              </a:ext>
            </a:extLst>
          </p:cNvPr>
          <p:cNvSpPr>
            <a:spLocks noGrp="1"/>
          </p:cNvSpPr>
          <p:nvPr>
            <p:ph type="title"/>
          </p:nvPr>
        </p:nvSpPr>
        <p:spPr/>
        <p:txBody>
          <a:bodyPr/>
          <a:lstStyle/>
          <a:p>
            <a:r>
              <a:rPr lang="en-US" dirty="0"/>
              <a:t>SUB QUERY TOP 2 PAID</a:t>
            </a:r>
          </a:p>
        </p:txBody>
      </p:sp>
      <p:sp>
        <p:nvSpPr>
          <p:cNvPr id="3" name="Content Placeholder 2">
            <a:extLst>
              <a:ext uri="{FF2B5EF4-FFF2-40B4-BE49-F238E27FC236}">
                <a16:creationId xmlns:a16="http://schemas.microsoft.com/office/drawing/2014/main" id="{C99DD118-E80B-F4C6-F4BD-223AB23D5AA9}"/>
              </a:ext>
            </a:extLst>
          </p:cNvPr>
          <p:cNvSpPr>
            <a:spLocks noGrp="1"/>
          </p:cNvSpPr>
          <p:nvPr>
            <p:ph idx="1"/>
          </p:nvPr>
        </p:nvSpPr>
        <p:spPr/>
        <p:txBody>
          <a:bodyPr>
            <a:normAutofit fontScale="92500" lnSpcReduction="20000"/>
          </a:bodyPr>
          <a:lstStyle/>
          <a:p>
            <a:pPr marL="0" indent="0">
              <a:buNone/>
            </a:pPr>
            <a:r>
              <a:rPr lang="en-US" dirty="0"/>
              <a:t>Assign a unique number to each row in the query result:</a:t>
            </a:r>
          </a:p>
          <a:p>
            <a:pPr marL="0" indent="0">
              <a:buNone/>
            </a:pPr>
            <a:endParaRPr lang="en-US" sz="1800" b="0" dirty="0">
              <a:solidFill>
                <a:srgbClr val="3367D6"/>
              </a:solidFill>
              <a:effectLst/>
              <a:highlight>
                <a:srgbClr val="FFFFFF"/>
              </a:highlight>
              <a:latin typeface="Roboto Mono" pitchFamily="49" charset="0"/>
            </a:endParaRPr>
          </a:p>
          <a:p>
            <a:pPr marL="0" indent="0">
              <a:buNone/>
            </a:pPr>
            <a:r>
              <a:rPr lang="en-US" sz="1800" dirty="0">
                <a:solidFill>
                  <a:srgbClr val="3367D6"/>
                </a:solidFill>
                <a:latin typeface="Roboto Mono" pitchFamily="49" charset="0"/>
              </a:rPr>
              <a:t>SELECT * FROM</a:t>
            </a:r>
          </a:p>
          <a:p>
            <a:pPr marL="0" indent="0">
              <a:buNone/>
            </a:pPr>
            <a:r>
              <a:rPr lang="en-US" sz="1800" dirty="0">
                <a:solidFill>
                  <a:srgbClr val="3367D6"/>
                </a:solidFill>
                <a:latin typeface="Roboto Mono" pitchFamily="49" charset="0"/>
              </a:rPr>
              <a:t>(SELECT </a:t>
            </a:r>
          </a:p>
          <a:p>
            <a:pPr marL="0" indent="0">
              <a:buNone/>
            </a:pPr>
            <a:r>
              <a:rPr lang="en-US" sz="1800" dirty="0">
                <a:solidFill>
                  <a:srgbClr val="3367D6"/>
                </a:solidFill>
                <a:latin typeface="Roboto Mono" pitchFamily="49" charset="0"/>
              </a:rPr>
              <a:t>    </a:t>
            </a:r>
            <a:r>
              <a:rPr lang="en-US" sz="1800" dirty="0" err="1">
                <a:solidFill>
                  <a:srgbClr val="3367D6"/>
                </a:solidFill>
                <a:latin typeface="Roboto Mono" pitchFamily="49" charset="0"/>
              </a:rPr>
              <a:t>last_name,first_name</a:t>
            </a:r>
            <a:r>
              <a:rPr lang="en-US" sz="1800" dirty="0">
                <a:solidFill>
                  <a:srgbClr val="3367D6"/>
                </a:solidFill>
                <a:latin typeface="Roboto Mono" pitchFamily="49" charset="0"/>
              </a:rPr>
              <a:t>,</a:t>
            </a:r>
          </a:p>
          <a:p>
            <a:pPr marL="0" indent="0">
              <a:buNone/>
            </a:pPr>
            <a:r>
              <a:rPr lang="en-US" sz="1800" dirty="0">
                <a:solidFill>
                  <a:srgbClr val="3367D6"/>
                </a:solidFill>
                <a:latin typeface="Roboto Mono" pitchFamily="49" charset="0"/>
              </a:rPr>
              <a:t>    </a:t>
            </a:r>
            <a:r>
              <a:rPr lang="en-US" sz="1800" dirty="0" err="1">
                <a:solidFill>
                  <a:srgbClr val="3367D6"/>
                </a:solidFill>
                <a:latin typeface="Roboto Mono" pitchFamily="49" charset="0"/>
              </a:rPr>
              <a:t>dept_name</a:t>
            </a:r>
            <a:r>
              <a:rPr lang="en-US" sz="1800" dirty="0">
                <a:solidFill>
                  <a:srgbClr val="3367D6"/>
                </a:solidFill>
                <a:latin typeface="Roboto Mono" pitchFamily="49" charset="0"/>
              </a:rPr>
              <a:t>,</a:t>
            </a:r>
          </a:p>
          <a:p>
            <a:pPr marL="0" indent="0">
              <a:buNone/>
            </a:pPr>
            <a:r>
              <a:rPr lang="en-US" sz="1800" dirty="0">
                <a:solidFill>
                  <a:srgbClr val="3367D6"/>
                </a:solidFill>
                <a:latin typeface="Roboto Mono" pitchFamily="49" charset="0"/>
              </a:rPr>
              <a:t>    salary,</a:t>
            </a:r>
          </a:p>
          <a:p>
            <a:pPr marL="0" indent="0">
              <a:buNone/>
            </a:pPr>
            <a:r>
              <a:rPr lang="en-US" sz="1800" dirty="0">
                <a:solidFill>
                  <a:srgbClr val="3367D6"/>
                </a:solidFill>
                <a:latin typeface="Roboto Mono" pitchFamily="49" charset="0"/>
              </a:rPr>
              <a:t>    ROW_NUMBER() OVER(PARTITION BY </a:t>
            </a:r>
            <a:r>
              <a:rPr lang="en-US" sz="1800" dirty="0" err="1">
                <a:solidFill>
                  <a:srgbClr val="3367D6"/>
                </a:solidFill>
                <a:latin typeface="Roboto Mono" pitchFamily="49" charset="0"/>
              </a:rPr>
              <a:t>dept_name</a:t>
            </a:r>
            <a:r>
              <a:rPr lang="en-US" sz="1800" dirty="0">
                <a:solidFill>
                  <a:srgbClr val="3367D6"/>
                </a:solidFill>
                <a:latin typeface="Roboto Mono" pitchFamily="49" charset="0"/>
              </a:rPr>
              <a:t> ORDER BY salary) AS </a:t>
            </a:r>
            <a:r>
              <a:rPr lang="en-US" sz="1800" dirty="0" err="1">
                <a:solidFill>
                  <a:srgbClr val="3367D6"/>
                </a:solidFill>
                <a:latin typeface="Roboto Mono" pitchFamily="49" charset="0"/>
              </a:rPr>
              <a:t>dept_row_num</a:t>
            </a:r>
            <a:r>
              <a:rPr lang="en-US" sz="1800" dirty="0">
                <a:solidFill>
                  <a:srgbClr val="3367D6"/>
                </a:solidFill>
                <a:latin typeface="Roboto Mono" pitchFamily="49" charset="0"/>
              </a:rPr>
              <a:t>,</a:t>
            </a:r>
          </a:p>
          <a:p>
            <a:pPr marL="0" indent="0">
              <a:buNone/>
            </a:pPr>
            <a:r>
              <a:rPr lang="en-US" sz="1800" dirty="0">
                <a:solidFill>
                  <a:srgbClr val="3367D6"/>
                </a:solidFill>
                <a:latin typeface="Roboto Mono" pitchFamily="49" charset="0"/>
              </a:rPr>
              <a:t>    SUM(salary) OVER(PARTITION BY </a:t>
            </a:r>
            <a:r>
              <a:rPr lang="en-US" sz="1800" dirty="0" err="1">
                <a:solidFill>
                  <a:srgbClr val="3367D6"/>
                </a:solidFill>
                <a:latin typeface="Roboto Mono" pitchFamily="49" charset="0"/>
              </a:rPr>
              <a:t>dept_name</a:t>
            </a:r>
            <a:r>
              <a:rPr lang="en-US" sz="1800" dirty="0">
                <a:solidFill>
                  <a:srgbClr val="3367D6"/>
                </a:solidFill>
                <a:latin typeface="Roboto Mono" pitchFamily="49" charset="0"/>
              </a:rPr>
              <a:t>) AS </a:t>
            </a:r>
            <a:r>
              <a:rPr lang="en-US" sz="1800" dirty="0" err="1">
                <a:solidFill>
                  <a:srgbClr val="3367D6"/>
                </a:solidFill>
                <a:latin typeface="Roboto Mono" pitchFamily="49" charset="0"/>
              </a:rPr>
              <a:t>department_total_payroll</a:t>
            </a:r>
            <a:r>
              <a:rPr lang="en-US" sz="1800" dirty="0">
                <a:solidFill>
                  <a:srgbClr val="3367D6"/>
                </a:solidFill>
                <a:latin typeface="Roboto Mono" pitchFamily="49" charset="0"/>
              </a:rPr>
              <a:t>,</a:t>
            </a:r>
          </a:p>
          <a:p>
            <a:pPr marL="0" indent="0">
              <a:buNone/>
            </a:pPr>
            <a:r>
              <a:rPr lang="en-US" sz="1800" dirty="0">
                <a:solidFill>
                  <a:srgbClr val="3367D6"/>
                </a:solidFill>
                <a:latin typeface="Roboto Mono" pitchFamily="49" charset="0"/>
              </a:rPr>
              <a:t>	SUM(salary) OVER(PARTITION BY </a:t>
            </a:r>
            <a:r>
              <a:rPr lang="en-US" sz="1800" dirty="0" err="1">
                <a:solidFill>
                  <a:srgbClr val="3367D6"/>
                </a:solidFill>
                <a:latin typeface="Roboto Mono" pitchFamily="49" charset="0"/>
              </a:rPr>
              <a:t>dept_name</a:t>
            </a:r>
            <a:r>
              <a:rPr lang="en-US" sz="1800" dirty="0">
                <a:solidFill>
                  <a:srgbClr val="3367D6"/>
                </a:solidFill>
                <a:latin typeface="Roboto Mono" pitchFamily="49" charset="0"/>
              </a:rPr>
              <a:t> ORDER BY salary ) AS </a:t>
            </a:r>
            <a:r>
              <a:rPr lang="en-US" sz="1800" dirty="0" err="1">
                <a:solidFill>
                  <a:srgbClr val="3367D6"/>
                </a:solidFill>
                <a:latin typeface="Roboto Mono" pitchFamily="49" charset="0"/>
              </a:rPr>
              <a:t>running_total_payroll</a:t>
            </a:r>
            <a:endParaRPr lang="en-US" sz="1800" dirty="0">
              <a:solidFill>
                <a:srgbClr val="3367D6"/>
              </a:solidFill>
              <a:latin typeface="Roboto Mono" pitchFamily="49" charset="0"/>
            </a:endParaRPr>
          </a:p>
          <a:p>
            <a:pPr marL="0" indent="0">
              <a:buNone/>
            </a:pPr>
            <a:r>
              <a:rPr lang="en-US" sz="1800" dirty="0">
                <a:solidFill>
                  <a:srgbClr val="3367D6"/>
                </a:solidFill>
                <a:latin typeface="Roboto Mono" pitchFamily="49" charset="0"/>
              </a:rPr>
              <a:t>FROM employees e </a:t>
            </a:r>
          </a:p>
          <a:p>
            <a:pPr marL="0" indent="0">
              <a:buNone/>
            </a:pPr>
            <a:r>
              <a:rPr lang="en-US" sz="1800" dirty="0">
                <a:solidFill>
                  <a:srgbClr val="3367D6"/>
                </a:solidFill>
                <a:latin typeface="Roboto Mono" pitchFamily="49" charset="0"/>
              </a:rPr>
              <a:t>JOIN departments d ON </a:t>
            </a:r>
            <a:r>
              <a:rPr lang="en-US" sz="1800" dirty="0" err="1">
                <a:solidFill>
                  <a:srgbClr val="3367D6"/>
                </a:solidFill>
                <a:latin typeface="Roboto Mono" pitchFamily="49" charset="0"/>
              </a:rPr>
              <a:t>e.dept_id</a:t>
            </a:r>
            <a:r>
              <a:rPr lang="en-US" sz="1800" dirty="0">
                <a:solidFill>
                  <a:srgbClr val="3367D6"/>
                </a:solidFill>
                <a:latin typeface="Roboto Mono" pitchFamily="49" charset="0"/>
              </a:rPr>
              <a:t>=</a:t>
            </a:r>
            <a:r>
              <a:rPr lang="en-US" sz="1800" dirty="0" err="1">
                <a:solidFill>
                  <a:srgbClr val="3367D6"/>
                </a:solidFill>
                <a:latin typeface="Roboto Mono" pitchFamily="49" charset="0"/>
              </a:rPr>
              <a:t>d.dept_id</a:t>
            </a:r>
            <a:r>
              <a:rPr lang="en-US" sz="1800" dirty="0">
                <a:solidFill>
                  <a:srgbClr val="3367D6"/>
                </a:solidFill>
                <a:latin typeface="Roboto Mono" pitchFamily="49" charset="0"/>
              </a:rPr>
              <a:t>) t</a:t>
            </a:r>
          </a:p>
          <a:p>
            <a:pPr marL="0" indent="0">
              <a:buNone/>
            </a:pPr>
            <a:r>
              <a:rPr lang="en-US" sz="1800" dirty="0">
                <a:solidFill>
                  <a:srgbClr val="3367D6"/>
                </a:solidFill>
                <a:latin typeface="Roboto Mono" pitchFamily="49" charset="0"/>
              </a:rPr>
              <a:t>WHERE </a:t>
            </a:r>
            <a:r>
              <a:rPr lang="en-US" sz="1800" dirty="0" err="1">
                <a:solidFill>
                  <a:srgbClr val="3367D6"/>
                </a:solidFill>
                <a:latin typeface="Roboto Mono" pitchFamily="49" charset="0"/>
              </a:rPr>
              <a:t>dept_row_num</a:t>
            </a:r>
            <a:r>
              <a:rPr lang="en-US" sz="1800" dirty="0">
                <a:solidFill>
                  <a:srgbClr val="3367D6"/>
                </a:solidFill>
                <a:latin typeface="Roboto Mono" pitchFamily="49" charset="0"/>
              </a:rPr>
              <a:t>&lt;2;</a:t>
            </a:r>
            <a:endParaRPr lang="en-US" dirty="0"/>
          </a:p>
        </p:txBody>
      </p:sp>
    </p:spTree>
    <p:extLst>
      <p:ext uri="{BB962C8B-B14F-4D97-AF65-F5344CB8AC3E}">
        <p14:creationId xmlns:p14="http://schemas.microsoft.com/office/powerpoint/2010/main" val="157738148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E7C29F-58D6-F9F7-BBBA-D001799F8EA2}"/>
              </a:ext>
            </a:extLst>
          </p:cNvPr>
          <p:cNvSpPr>
            <a:spLocks noGrp="1"/>
          </p:cNvSpPr>
          <p:nvPr>
            <p:ph type="title"/>
          </p:nvPr>
        </p:nvSpPr>
        <p:spPr/>
        <p:txBody>
          <a:bodyPr/>
          <a:lstStyle/>
          <a:p>
            <a:r>
              <a:rPr lang="en-US" dirty="0"/>
              <a:t>Result:</a:t>
            </a:r>
          </a:p>
        </p:txBody>
      </p:sp>
      <p:pic>
        <p:nvPicPr>
          <p:cNvPr id="9" name="Content Placeholder 8">
            <a:extLst>
              <a:ext uri="{FF2B5EF4-FFF2-40B4-BE49-F238E27FC236}">
                <a16:creationId xmlns:a16="http://schemas.microsoft.com/office/drawing/2014/main" id="{58BAF23D-DECD-F363-E652-1025B807E2A4}"/>
              </a:ext>
            </a:extLst>
          </p:cNvPr>
          <p:cNvPicPr>
            <a:picLocks noGrp="1" noChangeAspect="1"/>
          </p:cNvPicPr>
          <p:nvPr>
            <p:ph idx="1"/>
          </p:nvPr>
        </p:nvPicPr>
        <p:blipFill>
          <a:blip r:embed="rId2"/>
          <a:stretch>
            <a:fillRect/>
          </a:stretch>
        </p:blipFill>
        <p:spPr>
          <a:xfrm>
            <a:off x="1257263" y="3347243"/>
            <a:ext cx="9660519" cy="1547486"/>
          </a:xfrm>
          <a:prstGeom prst="rect">
            <a:avLst/>
          </a:prstGeom>
        </p:spPr>
      </p:pic>
    </p:spTree>
    <p:extLst>
      <p:ext uri="{BB962C8B-B14F-4D97-AF65-F5344CB8AC3E}">
        <p14:creationId xmlns:p14="http://schemas.microsoft.com/office/powerpoint/2010/main" val="346797849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19BA0B-CCF3-D168-466A-91C22598ACE8}"/>
              </a:ext>
            </a:extLst>
          </p:cNvPr>
          <p:cNvSpPr>
            <a:spLocks noGrp="1"/>
          </p:cNvSpPr>
          <p:nvPr>
            <p:ph type="title"/>
          </p:nvPr>
        </p:nvSpPr>
        <p:spPr/>
        <p:txBody>
          <a:bodyPr/>
          <a:lstStyle/>
          <a:p>
            <a:r>
              <a:rPr lang="en-US" dirty="0"/>
              <a:t>RANK</a:t>
            </a:r>
          </a:p>
        </p:txBody>
      </p:sp>
      <p:sp>
        <p:nvSpPr>
          <p:cNvPr id="3" name="Content Placeholder 2">
            <a:extLst>
              <a:ext uri="{FF2B5EF4-FFF2-40B4-BE49-F238E27FC236}">
                <a16:creationId xmlns:a16="http://schemas.microsoft.com/office/drawing/2014/main" id="{C99DD118-E80B-F4C6-F4BD-223AB23D5AA9}"/>
              </a:ext>
            </a:extLst>
          </p:cNvPr>
          <p:cNvSpPr>
            <a:spLocks noGrp="1"/>
          </p:cNvSpPr>
          <p:nvPr>
            <p:ph idx="1"/>
          </p:nvPr>
        </p:nvSpPr>
        <p:spPr>
          <a:xfrm>
            <a:off x="838200" y="1794094"/>
            <a:ext cx="10515600" cy="4351338"/>
          </a:xfrm>
        </p:spPr>
        <p:txBody>
          <a:bodyPr>
            <a:normAutofit/>
          </a:bodyPr>
          <a:lstStyle/>
          <a:p>
            <a:pPr marL="0" indent="0">
              <a:buNone/>
            </a:pPr>
            <a:r>
              <a:rPr lang="en-US" dirty="0"/>
              <a:t>Assign a rank to each row in the query result:</a:t>
            </a:r>
          </a:p>
          <a:p>
            <a:pPr marL="0" indent="0">
              <a:buNone/>
            </a:pPr>
            <a:endParaRPr lang="en-US" sz="1800" b="0" dirty="0">
              <a:solidFill>
                <a:srgbClr val="3367D6"/>
              </a:solidFill>
              <a:effectLst/>
              <a:highlight>
                <a:srgbClr val="FFFFFF"/>
              </a:highlight>
              <a:latin typeface="Roboto Mono" pitchFamily="49" charset="0"/>
            </a:endParaRPr>
          </a:p>
          <a:p>
            <a:pPr marL="0" indent="0">
              <a:buNone/>
            </a:pPr>
            <a:r>
              <a:rPr lang="en-US" sz="1200" dirty="0">
                <a:solidFill>
                  <a:srgbClr val="3367D6"/>
                </a:solidFill>
                <a:latin typeface="Roboto Mono" pitchFamily="49" charset="0"/>
              </a:rPr>
              <a:t>SELECT </a:t>
            </a:r>
          </a:p>
          <a:p>
            <a:pPr marL="0" indent="0">
              <a:buNone/>
            </a:pPr>
            <a:r>
              <a:rPr lang="en-US" sz="1200" dirty="0">
                <a:solidFill>
                  <a:srgbClr val="3367D6"/>
                </a:solidFill>
                <a:latin typeface="Roboto Mono" pitchFamily="49" charset="0"/>
              </a:rPr>
              <a:t>    </a:t>
            </a:r>
            <a:r>
              <a:rPr lang="en-US" sz="1200" dirty="0" err="1">
                <a:solidFill>
                  <a:srgbClr val="3367D6"/>
                </a:solidFill>
                <a:latin typeface="Roboto Mono" pitchFamily="49" charset="0"/>
              </a:rPr>
              <a:t>last_name,first_name</a:t>
            </a:r>
            <a:r>
              <a:rPr lang="en-US" sz="1200" dirty="0">
                <a:solidFill>
                  <a:srgbClr val="3367D6"/>
                </a:solidFill>
                <a:latin typeface="Roboto Mono" pitchFamily="49" charset="0"/>
              </a:rPr>
              <a:t>,</a:t>
            </a:r>
          </a:p>
          <a:p>
            <a:pPr marL="0" indent="0">
              <a:buNone/>
            </a:pPr>
            <a:r>
              <a:rPr lang="en-US" sz="1200" dirty="0">
                <a:solidFill>
                  <a:srgbClr val="3367D6"/>
                </a:solidFill>
                <a:latin typeface="Roboto Mono" pitchFamily="49" charset="0"/>
              </a:rPr>
              <a:t>    </a:t>
            </a:r>
            <a:r>
              <a:rPr lang="en-US" sz="1200" dirty="0" err="1">
                <a:solidFill>
                  <a:srgbClr val="3367D6"/>
                </a:solidFill>
                <a:latin typeface="Roboto Mono" pitchFamily="49" charset="0"/>
              </a:rPr>
              <a:t>dept_name</a:t>
            </a:r>
            <a:r>
              <a:rPr lang="en-US" sz="1200" dirty="0">
                <a:solidFill>
                  <a:srgbClr val="3367D6"/>
                </a:solidFill>
                <a:latin typeface="Roboto Mono" pitchFamily="49" charset="0"/>
              </a:rPr>
              <a:t>,</a:t>
            </a:r>
          </a:p>
          <a:p>
            <a:pPr marL="0" indent="0">
              <a:buNone/>
            </a:pPr>
            <a:r>
              <a:rPr lang="en-US" sz="1200" dirty="0">
                <a:solidFill>
                  <a:srgbClr val="3367D6"/>
                </a:solidFill>
                <a:latin typeface="Roboto Mono" pitchFamily="49" charset="0"/>
              </a:rPr>
              <a:t>    salary,</a:t>
            </a:r>
          </a:p>
          <a:p>
            <a:pPr marL="0" indent="0">
              <a:buNone/>
            </a:pPr>
            <a:r>
              <a:rPr lang="en-US" sz="1200" dirty="0">
                <a:solidFill>
                  <a:srgbClr val="3367D6"/>
                </a:solidFill>
                <a:latin typeface="Roboto Mono" pitchFamily="49" charset="0"/>
              </a:rPr>
              <a:t>   ROW_NUMBER() OVER(PARTITION BY </a:t>
            </a:r>
            <a:r>
              <a:rPr lang="en-US" sz="1200" dirty="0" err="1">
                <a:solidFill>
                  <a:srgbClr val="3367D6"/>
                </a:solidFill>
                <a:latin typeface="Roboto Mono" pitchFamily="49" charset="0"/>
              </a:rPr>
              <a:t>dept_name</a:t>
            </a:r>
            <a:r>
              <a:rPr lang="en-US" sz="1200" dirty="0">
                <a:solidFill>
                  <a:srgbClr val="3367D6"/>
                </a:solidFill>
                <a:latin typeface="Roboto Mono" pitchFamily="49" charset="0"/>
              </a:rPr>
              <a:t> ORDER BY salary DESC) AS </a:t>
            </a:r>
            <a:r>
              <a:rPr lang="en-US" sz="1200" dirty="0" err="1">
                <a:solidFill>
                  <a:srgbClr val="3367D6"/>
                </a:solidFill>
                <a:latin typeface="Roboto Mono" pitchFamily="49" charset="0"/>
              </a:rPr>
              <a:t>row_num</a:t>
            </a:r>
            <a:r>
              <a:rPr lang="en-US" sz="1200" dirty="0">
                <a:solidFill>
                  <a:srgbClr val="3367D6"/>
                </a:solidFill>
                <a:latin typeface="Roboto Mono" pitchFamily="49" charset="0"/>
              </a:rPr>
              <a:t>,</a:t>
            </a:r>
          </a:p>
          <a:p>
            <a:pPr marL="0" indent="0">
              <a:buNone/>
            </a:pPr>
            <a:r>
              <a:rPr lang="en-US" sz="1200" dirty="0">
                <a:solidFill>
                  <a:srgbClr val="3367D6"/>
                </a:solidFill>
                <a:latin typeface="Roboto Mono" pitchFamily="49" charset="0"/>
              </a:rPr>
              <a:t>    -- RANK: Assigns the same rank to ties, but skips numbers afterward</a:t>
            </a:r>
          </a:p>
          <a:p>
            <a:pPr marL="0" indent="0">
              <a:buNone/>
            </a:pPr>
            <a:r>
              <a:rPr lang="en-US" sz="1200" dirty="0">
                <a:solidFill>
                  <a:srgbClr val="3367D6"/>
                </a:solidFill>
                <a:latin typeface="Roboto Mono" pitchFamily="49" charset="0"/>
              </a:rPr>
              <a:t>    RANK() OVER(PARTITION BY </a:t>
            </a:r>
            <a:r>
              <a:rPr lang="en-US" sz="1200" dirty="0" err="1">
                <a:solidFill>
                  <a:srgbClr val="3367D6"/>
                </a:solidFill>
                <a:latin typeface="Roboto Mono" pitchFamily="49" charset="0"/>
              </a:rPr>
              <a:t>dept_name</a:t>
            </a:r>
            <a:r>
              <a:rPr lang="en-US" sz="1200" dirty="0">
                <a:solidFill>
                  <a:srgbClr val="3367D6"/>
                </a:solidFill>
                <a:latin typeface="Roboto Mono" pitchFamily="49" charset="0"/>
              </a:rPr>
              <a:t> ORDER BY salary DESC) AS </a:t>
            </a:r>
            <a:r>
              <a:rPr lang="en-US" sz="1200" dirty="0" err="1">
                <a:solidFill>
                  <a:srgbClr val="3367D6"/>
                </a:solidFill>
                <a:latin typeface="Roboto Mono" pitchFamily="49" charset="0"/>
              </a:rPr>
              <a:t>rank_num</a:t>
            </a:r>
            <a:endParaRPr lang="en-US" sz="1200" dirty="0">
              <a:solidFill>
                <a:srgbClr val="3367D6"/>
              </a:solidFill>
              <a:latin typeface="Roboto Mono" pitchFamily="49" charset="0"/>
            </a:endParaRPr>
          </a:p>
          <a:p>
            <a:pPr marL="0" indent="0">
              <a:buNone/>
            </a:pPr>
            <a:r>
              <a:rPr lang="en-US" sz="1200" dirty="0">
                <a:solidFill>
                  <a:srgbClr val="3367D6"/>
                </a:solidFill>
                <a:latin typeface="Roboto Mono" pitchFamily="49" charset="0"/>
              </a:rPr>
              <a:t>FROM employees e </a:t>
            </a:r>
          </a:p>
          <a:p>
            <a:pPr marL="0" indent="0">
              <a:buNone/>
            </a:pPr>
            <a:r>
              <a:rPr lang="en-US" sz="1200" dirty="0">
                <a:solidFill>
                  <a:srgbClr val="3367D6"/>
                </a:solidFill>
                <a:latin typeface="Roboto Mono" pitchFamily="49" charset="0"/>
              </a:rPr>
              <a:t>JOIN departments d ON </a:t>
            </a:r>
            <a:r>
              <a:rPr lang="en-US" sz="1200" dirty="0" err="1">
                <a:solidFill>
                  <a:srgbClr val="3367D6"/>
                </a:solidFill>
                <a:latin typeface="Roboto Mono" pitchFamily="49" charset="0"/>
              </a:rPr>
              <a:t>e.dept_id</a:t>
            </a:r>
            <a:r>
              <a:rPr lang="en-US" sz="1200" dirty="0">
                <a:solidFill>
                  <a:srgbClr val="3367D6"/>
                </a:solidFill>
                <a:latin typeface="Roboto Mono" pitchFamily="49" charset="0"/>
              </a:rPr>
              <a:t>=</a:t>
            </a:r>
            <a:r>
              <a:rPr lang="en-US" sz="1200" dirty="0" err="1">
                <a:solidFill>
                  <a:srgbClr val="3367D6"/>
                </a:solidFill>
                <a:latin typeface="Roboto Mono" pitchFamily="49" charset="0"/>
              </a:rPr>
              <a:t>d.dept_id</a:t>
            </a:r>
            <a:r>
              <a:rPr lang="en-US" sz="1200" dirty="0">
                <a:solidFill>
                  <a:srgbClr val="3367D6"/>
                </a:solidFill>
                <a:latin typeface="Roboto Mono" pitchFamily="49" charset="0"/>
              </a:rPr>
              <a:t>;</a:t>
            </a:r>
            <a:endParaRPr lang="en-US" dirty="0"/>
          </a:p>
        </p:txBody>
      </p:sp>
    </p:spTree>
    <p:extLst>
      <p:ext uri="{BB962C8B-B14F-4D97-AF65-F5344CB8AC3E}">
        <p14:creationId xmlns:p14="http://schemas.microsoft.com/office/powerpoint/2010/main" val="15792980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2436C5-C1E8-B78C-8939-2F46561FB743}"/>
              </a:ext>
            </a:extLst>
          </p:cNvPr>
          <p:cNvSpPr>
            <a:spLocks noGrp="1"/>
          </p:cNvSpPr>
          <p:nvPr>
            <p:ph type="title"/>
          </p:nvPr>
        </p:nvSpPr>
        <p:spPr/>
        <p:txBody>
          <a:bodyPr/>
          <a:lstStyle/>
          <a:p>
            <a:r>
              <a:rPr lang="en-US" dirty="0"/>
              <a:t>Result:</a:t>
            </a:r>
          </a:p>
        </p:txBody>
      </p:sp>
      <p:pic>
        <p:nvPicPr>
          <p:cNvPr id="9" name="Content Placeholder 8">
            <a:extLst>
              <a:ext uri="{FF2B5EF4-FFF2-40B4-BE49-F238E27FC236}">
                <a16:creationId xmlns:a16="http://schemas.microsoft.com/office/drawing/2014/main" id="{FC1FB240-EF98-5AC9-A7B6-26FA36BF4152}"/>
              </a:ext>
            </a:extLst>
          </p:cNvPr>
          <p:cNvPicPr>
            <a:picLocks noGrp="1" noChangeAspect="1"/>
          </p:cNvPicPr>
          <p:nvPr>
            <p:ph idx="1"/>
          </p:nvPr>
        </p:nvPicPr>
        <p:blipFill>
          <a:blip r:embed="rId2"/>
          <a:stretch>
            <a:fillRect/>
          </a:stretch>
        </p:blipFill>
        <p:spPr>
          <a:xfrm>
            <a:off x="914399" y="2323652"/>
            <a:ext cx="10052975" cy="3462122"/>
          </a:xfrm>
          <a:prstGeom prst="rect">
            <a:avLst/>
          </a:prstGeom>
        </p:spPr>
      </p:pic>
    </p:spTree>
    <p:extLst>
      <p:ext uri="{BB962C8B-B14F-4D97-AF65-F5344CB8AC3E}">
        <p14:creationId xmlns:p14="http://schemas.microsoft.com/office/powerpoint/2010/main" val="42245140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19BA0B-CCF3-D168-466A-91C22598ACE8}"/>
              </a:ext>
            </a:extLst>
          </p:cNvPr>
          <p:cNvSpPr>
            <a:spLocks noGrp="1"/>
          </p:cNvSpPr>
          <p:nvPr>
            <p:ph type="title"/>
          </p:nvPr>
        </p:nvSpPr>
        <p:spPr/>
        <p:txBody>
          <a:bodyPr/>
          <a:lstStyle/>
          <a:p>
            <a:r>
              <a:rPr lang="en-US" dirty="0"/>
              <a:t>DENSE_RANK</a:t>
            </a:r>
          </a:p>
        </p:txBody>
      </p:sp>
      <p:sp>
        <p:nvSpPr>
          <p:cNvPr id="3" name="Content Placeholder 2">
            <a:extLst>
              <a:ext uri="{FF2B5EF4-FFF2-40B4-BE49-F238E27FC236}">
                <a16:creationId xmlns:a16="http://schemas.microsoft.com/office/drawing/2014/main" id="{C99DD118-E80B-F4C6-F4BD-223AB23D5AA9}"/>
              </a:ext>
            </a:extLst>
          </p:cNvPr>
          <p:cNvSpPr>
            <a:spLocks noGrp="1"/>
          </p:cNvSpPr>
          <p:nvPr>
            <p:ph idx="1"/>
          </p:nvPr>
        </p:nvSpPr>
        <p:spPr>
          <a:xfrm>
            <a:off x="838200" y="1794094"/>
            <a:ext cx="10515600" cy="4351338"/>
          </a:xfrm>
        </p:spPr>
        <p:txBody>
          <a:bodyPr>
            <a:normAutofit/>
          </a:bodyPr>
          <a:lstStyle/>
          <a:p>
            <a:pPr marL="0" indent="0">
              <a:buNone/>
            </a:pPr>
            <a:endParaRPr lang="en-US" sz="1800" b="0" dirty="0">
              <a:solidFill>
                <a:srgbClr val="3367D6"/>
              </a:solidFill>
              <a:effectLst/>
              <a:highlight>
                <a:srgbClr val="FFFFFF"/>
              </a:highlight>
              <a:latin typeface="Roboto Mono" pitchFamily="49" charset="0"/>
            </a:endParaRPr>
          </a:p>
          <a:p>
            <a:pPr marL="0" indent="0">
              <a:buNone/>
            </a:pPr>
            <a:r>
              <a:rPr lang="en-US" sz="1200" b="0" dirty="0">
                <a:solidFill>
                  <a:srgbClr val="3367D6"/>
                </a:solidFill>
                <a:effectLst/>
                <a:highlight>
                  <a:srgbClr val="FFFFFF"/>
                </a:highlight>
                <a:latin typeface="Roboto Mono" pitchFamily="49" charset="0"/>
              </a:rPr>
              <a:t>SELECT</a:t>
            </a:r>
            <a:r>
              <a:rPr lang="en-US" sz="1200" b="0" dirty="0">
                <a:solidFill>
                  <a:srgbClr val="3A474E"/>
                </a:solidFill>
                <a:effectLst/>
                <a:highlight>
                  <a:srgbClr val="FFFFFF"/>
                </a:highlight>
                <a:latin typeface="Roboto Mono" pitchFamily="49" charset="0"/>
              </a:rPr>
              <a:t> </a:t>
            </a:r>
            <a:r>
              <a:rPr lang="en-US" sz="1200" b="0" dirty="0">
                <a:solidFill>
                  <a:srgbClr val="37474F"/>
                </a:solidFill>
                <a:effectLst/>
                <a:highlight>
                  <a:srgbClr val="FFFFFF"/>
                </a:highlight>
                <a:latin typeface="Roboto Mono" pitchFamily="49" charset="0"/>
              </a:rPr>
              <a:t>*</a:t>
            </a:r>
            <a:r>
              <a:rPr lang="en-US" sz="1200" b="0" dirty="0">
                <a:solidFill>
                  <a:srgbClr val="3A474E"/>
                </a:solidFill>
                <a:effectLst/>
                <a:highlight>
                  <a:srgbClr val="FFFFFF"/>
                </a:highlight>
                <a:latin typeface="Roboto Mono" pitchFamily="49" charset="0"/>
              </a:rPr>
              <a:t> </a:t>
            </a:r>
            <a:r>
              <a:rPr lang="en-US" sz="1200" b="0" dirty="0">
                <a:solidFill>
                  <a:srgbClr val="3367D6"/>
                </a:solidFill>
                <a:effectLst/>
                <a:highlight>
                  <a:srgbClr val="FFFFFF"/>
                </a:highlight>
                <a:latin typeface="Roboto Mono" pitchFamily="49" charset="0"/>
              </a:rPr>
              <a:t>FROM</a:t>
            </a:r>
            <a:r>
              <a:rPr lang="en-US" sz="1200" b="0" dirty="0">
                <a:solidFill>
                  <a:srgbClr val="3A474E"/>
                </a:solidFill>
                <a:effectLst/>
                <a:highlight>
                  <a:srgbClr val="FFFFFF"/>
                </a:highlight>
                <a:latin typeface="Roboto Mono" pitchFamily="49" charset="0"/>
              </a:rPr>
              <a:t> </a:t>
            </a:r>
          </a:p>
          <a:p>
            <a:pPr marL="0" indent="0">
              <a:buNone/>
            </a:pPr>
            <a:r>
              <a:rPr lang="en-US" sz="1200" b="0" dirty="0">
                <a:solidFill>
                  <a:srgbClr val="37474F"/>
                </a:solidFill>
                <a:effectLst/>
                <a:highlight>
                  <a:srgbClr val="FFFFFF"/>
                </a:highlight>
                <a:latin typeface="Roboto Mono" pitchFamily="49" charset="0"/>
              </a:rPr>
              <a:t>(</a:t>
            </a:r>
            <a:r>
              <a:rPr lang="en-US" sz="1200" b="0" dirty="0">
                <a:solidFill>
                  <a:srgbClr val="3367D6"/>
                </a:solidFill>
                <a:effectLst/>
                <a:highlight>
                  <a:srgbClr val="FFFFFF"/>
                </a:highlight>
                <a:latin typeface="Roboto Mono" pitchFamily="49" charset="0"/>
              </a:rPr>
              <a:t>SELECT</a:t>
            </a:r>
            <a:r>
              <a:rPr lang="en-US" sz="1200" b="0" dirty="0">
                <a:solidFill>
                  <a:srgbClr val="3A474E"/>
                </a:solidFill>
                <a:effectLst/>
                <a:highlight>
                  <a:srgbClr val="FFFFFF"/>
                </a:highlight>
                <a:latin typeface="Roboto Mono" pitchFamily="49" charset="0"/>
              </a:rPr>
              <a:t> </a:t>
            </a:r>
            <a:r>
              <a:rPr lang="en-US" sz="1200" b="0" dirty="0">
                <a:solidFill>
                  <a:srgbClr val="000000"/>
                </a:solidFill>
                <a:effectLst/>
                <a:highlight>
                  <a:srgbClr val="FFFFFF"/>
                </a:highlight>
                <a:latin typeface="Roboto Mono" pitchFamily="49" charset="0"/>
              </a:rPr>
              <a:t>PATIENT_ID</a:t>
            </a:r>
            <a:r>
              <a:rPr lang="en-US" sz="1200" b="0" dirty="0">
                <a:solidFill>
                  <a:srgbClr val="3A474E"/>
                </a:solidFill>
                <a:effectLst/>
                <a:highlight>
                  <a:srgbClr val="FFFFFF"/>
                </a:highlight>
                <a:latin typeface="Roboto Mono" pitchFamily="49" charset="0"/>
              </a:rPr>
              <a:t>, </a:t>
            </a:r>
            <a:r>
              <a:rPr lang="en-US" sz="1200" b="0" dirty="0">
                <a:solidFill>
                  <a:srgbClr val="000000"/>
                </a:solidFill>
                <a:effectLst/>
                <a:highlight>
                  <a:srgbClr val="FFFFFF"/>
                </a:highlight>
                <a:latin typeface="Roboto Mono" pitchFamily="49" charset="0"/>
              </a:rPr>
              <a:t>PATIENT_EDUCATION_ID</a:t>
            </a:r>
            <a:r>
              <a:rPr lang="en-US" sz="1200" b="0" dirty="0">
                <a:solidFill>
                  <a:srgbClr val="3A474E"/>
                </a:solidFill>
                <a:effectLst/>
                <a:highlight>
                  <a:srgbClr val="FFFFFF"/>
                </a:highlight>
                <a:latin typeface="Roboto Mono" pitchFamily="49" charset="0"/>
              </a:rPr>
              <a:t>, </a:t>
            </a:r>
            <a:r>
              <a:rPr lang="en-US" sz="1200" b="0" dirty="0">
                <a:solidFill>
                  <a:srgbClr val="000000"/>
                </a:solidFill>
                <a:effectLst/>
                <a:highlight>
                  <a:srgbClr val="FFFFFF"/>
                </a:highlight>
                <a:latin typeface="Roboto Mono" pitchFamily="49" charset="0"/>
              </a:rPr>
              <a:t>HOUSEHOLD_INCOME_PER_PERSON_AMT</a:t>
            </a:r>
            <a:r>
              <a:rPr lang="en-US" sz="1200" b="0" dirty="0">
                <a:solidFill>
                  <a:srgbClr val="3A474E"/>
                </a:solidFill>
                <a:effectLst/>
                <a:highlight>
                  <a:srgbClr val="FFFFFF"/>
                </a:highlight>
                <a:latin typeface="Roboto Mono" pitchFamily="49" charset="0"/>
              </a:rPr>
              <a:t>,</a:t>
            </a:r>
          </a:p>
          <a:p>
            <a:pPr marL="0" indent="0">
              <a:buNone/>
            </a:pPr>
            <a:r>
              <a:rPr lang="en-US" sz="1200" b="0" dirty="0">
                <a:solidFill>
                  <a:srgbClr val="3367D6"/>
                </a:solidFill>
                <a:effectLst/>
                <a:highlight>
                  <a:srgbClr val="FFFFFF"/>
                </a:highlight>
                <a:latin typeface="Roboto Mono" pitchFamily="49" charset="0"/>
              </a:rPr>
              <a:t>AVG</a:t>
            </a:r>
            <a:r>
              <a:rPr lang="en-US" sz="1200" b="0" dirty="0">
                <a:solidFill>
                  <a:srgbClr val="37474F"/>
                </a:solidFill>
                <a:effectLst/>
                <a:highlight>
                  <a:srgbClr val="FFFFFF"/>
                </a:highlight>
                <a:latin typeface="Roboto Mono" pitchFamily="49" charset="0"/>
              </a:rPr>
              <a:t>(</a:t>
            </a:r>
            <a:r>
              <a:rPr lang="en-US" sz="1200" b="0" dirty="0">
                <a:solidFill>
                  <a:srgbClr val="000000"/>
                </a:solidFill>
                <a:effectLst/>
                <a:highlight>
                  <a:srgbClr val="FFFFFF"/>
                </a:highlight>
                <a:latin typeface="Roboto Mono" pitchFamily="49" charset="0"/>
              </a:rPr>
              <a:t>HOUSEHOLD_INCOME_PER_PERSON_AMT</a:t>
            </a:r>
            <a:r>
              <a:rPr lang="en-US" sz="1200" b="0" dirty="0">
                <a:solidFill>
                  <a:srgbClr val="37474F"/>
                </a:solidFill>
                <a:effectLst/>
                <a:highlight>
                  <a:srgbClr val="FFFFFF"/>
                </a:highlight>
                <a:latin typeface="Roboto Mono" pitchFamily="49" charset="0"/>
              </a:rPr>
              <a:t>)</a:t>
            </a:r>
            <a:r>
              <a:rPr lang="en-US" sz="1200" b="0" dirty="0">
                <a:solidFill>
                  <a:srgbClr val="3A474E"/>
                </a:solidFill>
                <a:effectLst/>
                <a:highlight>
                  <a:srgbClr val="FFFFFF"/>
                </a:highlight>
                <a:latin typeface="Roboto Mono" pitchFamily="49" charset="0"/>
              </a:rPr>
              <a:t> </a:t>
            </a:r>
            <a:r>
              <a:rPr lang="en-US" sz="1200" b="0" dirty="0">
                <a:solidFill>
                  <a:srgbClr val="3367D6"/>
                </a:solidFill>
                <a:effectLst/>
                <a:highlight>
                  <a:srgbClr val="FFFFFF"/>
                </a:highlight>
                <a:latin typeface="Roboto Mono" pitchFamily="49" charset="0"/>
              </a:rPr>
              <a:t>OVER</a:t>
            </a:r>
            <a:r>
              <a:rPr lang="en-US" sz="1200" b="0" dirty="0">
                <a:solidFill>
                  <a:srgbClr val="3A474E"/>
                </a:solidFill>
                <a:effectLst/>
                <a:highlight>
                  <a:srgbClr val="FFFFFF"/>
                </a:highlight>
                <a:latin typeface="Roboto Mono" pitchFamily="49" charset="0"/>
              </a:rPr>
              <a:t> </a:t>
            </a:r>
            <a:r>
              <a:rPr lang="en-US" sz="1200" b="0" dirty="0">
                <a:solidFill>
                  <a:srgbClr val="37474F"/>
                </a:solidFill>
                <a:effectLst/>
                <a:highlight>
                  <a:srgbClr val="FFFFFF"/>
                </a:highlight>
                <a:latin typeface="Roboto Mono" pitchFamily="49" charset="0"/>
              </a:rPr>
              <a:t>(</a:t>
            </a:r>
            <a:r>
              <a:rPr lang="en-US" sz="1200" b="0" dirty="0">
                <a:solidFill>
                  <a:srgbClr val="3367D6"/>
                </a:solidFill>
                <a:effectLst/>
                <a:highlight>
                  <a:srgbClr val="FFFFFF"/>
                </a:highlight>
                <a:latin typeface="Roboto Mono" pitchFamily="49" charset="0"/>
              </a:rPr>
              <a:t>PARTITION</a:t>
            </a:r>
            <a:r>
              <a:rPr lang="en-US" sz="1200" b="0" dirty="0">
                <a:solidFill>
                  <a:srgbClr val="3A474E"/>
                </a:solidFill>
                <a:effectLst/>
                <a:highlight>
                  <a:srgbClr val="FFFFFF"/>
                </a:highlight>
                <a:latin typeface="Roboto Mono" pitchFamily="49" charset="0"/>
              </a:rPr>
              <a:t> </a:t>
            </a:r>
            <a:r>
              <a:rPr lang="en-US" sz="1200" b="0" dirty="0">
                <a:solidFill>
                  <a:srgbClr val="3367D6"/>
                </a:solidFill>
                <a:effectLst/>
                <a:highlight>
                  <a:srgbClr val="FFFFFF"/>
                </a:highlight>
                <a:latin typeface="Roboto Mono" pitchFamily="49" charset="0"/>
              </a:rPr>
              <a:t>BY</a:t>
            </a:r>
            <a:r>
              <a:rPr lang="en-US" sz="1200" b="0" dirty="0">
                <a:solidFill>
                  <a:srgbClr val="3A474E"/>
                </a:solidFill>
                <a:effectLst/>
                <a:highlight>
                  <a:srgbClr val="FFFFFF"/>
                </a:highlight>
                <a:latin typeface="Roboto Mono" pitchFamily="49" charset="0"/>
              </a:rPr>
              <a:t> </a:t>
            </a:r>
            <a:r>
              <a:rPr lang="en-US" sz="1200" b="0" dirty="0">
                <a:solidFill>
                  <a:srgbClr val="000000"/>
                </a:solidFill>
                <a:effectLst/>
                <a:highlight>
                  <a:srgbClr val="FFFFFF"/>
                </a:highlight>
                <a:latin typeface="Roboto Mono" pitchFamily="49" charset="0"/>
              </a:rPr>
              <a:t>PATIENT_EDUCATION_ID</a:t>
            </a:r>
            <a:r>
              <a:rPr lang="en-US" sz="1200" b="0" dirty="0">
                <a:solidFill>
                  <a:srgbClr val="3A474E"/>
                </a:solidFill>
                <a:effectLst/>
                <a:highlight>
                  <a:srgbClr val="FFFFFF"/>
                </a:highlight>
                <a:latin typeface="Roboto Mono" pitchFamily="49" charset="0"/>
              </a:rPr>
              <a:t> </a:t>
            </a:r>
            <a:r>
              <a:rPr lang="en-US" sz="1200" b="0" dirty="0">
                <a:solidFill>
                  <a:srgbClr val="3367D6"/>
                </a:solidFill>
                <a:effectLst/>
                <a:highlight>
                  <a:srgbClr val="FFFFFF"/>
                </a:highlight>
                <a:latin typeface="Roboto Mono" pitchFamily="49" charset="0"/>
              </a:rPr>
              <a:t>ORDER</a:t>
            </a:r>
            <a:r>
              <a:rPr lang="en-US" sz="1200" b="0" dirty="0">
                <a:solidFill>
                  <a:srgbClr val="3A474E"/>
                </a:solidFill>
                <a:effectLst/>
                <a:highlight>
                  <a:srgbClr val="FFFFFF"/>
                </a:highlight>
                <a:latin typeface="Roboto Mono" pitchFamily="49" charset="0"/>
              </a:rPr>
              <a:t> </a:t>
            </a:r>
            <a:r>
              <a:rPr lang="en-US" sz="1200" b="0" dirty="0">
                <a:solidFill>
                  <a:srgbClr val="3367D6"/>
                </a:solidFill>
                <a:effectLst/>
                <a:highlight>
                  <a:srgbClr val="FFFFFF"/>
                </a:highlight>
                <a:latin typeface="Roboto Mono" pitchFamily="49" charset="0"/>
              </a:rPr>
              <a:t>BY</a:t>
            </a:r>
            <a:r>
              <a:rPr lang="en-US" sz="1200" b="0" dirty="0">
                <a:solidFill>
                  <a:srgbClr val="3A474E"/>
                </a:solidFill>
                <a:effectLst/>
                <a:highlight>
                  <a:srgbClr val="FFFFFF"/>
                </a:highlight>
                <a:latin typeface="Roboto Mono" pitchFamily="49" charset="0"/>
              </a:rPr>
              <a:t> </a:t>
            </a:r>
            <a:r>
              <a:rPr lang="en-US" sz="1200" b="0" dirty="0">
                <a:solidFill>
                  <a:srgbClr val="000000"/>
                </a:solidFill>
                <a:effectLst/>
                <a:highlight>
                  <a:srgbClr val="FFFFFF"/>
                </a:highlight>
                <a:latin typeface="Roboto Mono" pitchFamily="49" charset="0"/>
              </a:rPr>
              <a:t>HOUSEHOLD_INCOME_PER_PERSON_AMT</a:t>
            </a:r>
            <a:r>
              <a:rPr lang="en-US" sz="1200" b="0" dirty="0">
                <a:solidFill>
                  <a:srgbClr val="3A474E"/>
                </a:solidFill>
                <a:effectLst/>
                <a:highlight>
                  <a:srgbClr val="FFFFFF"/>
                </a:highlight>
                <a:latin typeface="Roboto Mono" pitchFamily="49" charset="0"/>
              </a:rPr>
              <a:t> </a:t>
            </a:r>
            <a:r>
              <a:rPr lang="en-US" sz="1200" b="0" dirty="0">
                <a:solidFill>
                  <a:srgbClr val="3367D6"/>
                </a:solidFill>
                <a:effectLst/>
                <a:highlight>
                  <a:srgbClr val="FFFFFF"/>
                </a:highlight>
                <a:latin typeface="Roboto Mono" pitchFamily="49" charset="0"/>
              </a:rPr>
              <a:t>DESC</a:t>
            </a:r>
            <a:r>
              <a:rPr lang="en-US" sz="1200" b="0" dirty="0">
                <a:solidFill>
                  <a:srgbClr val="37474F"/>
                </a:solidFill>
                <a:effectLst/>
                <a:highlight>
                  <a:srgbClr val="FFFFFF"/>
                </a:highlight>
                <a:latin typeface="Roboto Mono" pitchFamily="49" charset="0"/>
              </a:rPr>
              <a:t>)</a:t>
            </a:r>
            <a:r>
              <a:rPr lang="en-US" sz="1200" b="0" dirty="0">
                <a:solidFill>
                  <a:srgbClr val="3A474E"/>
                </a:solidFill>
                <a:effectLst/>
                <a:highlight>
                  <a:srgbClr val="FFFFFF"/>
                </a:highlight>
                <a:latin typeface="Roboto Mono" pitchFamily="49" charset="0"/>
              </a:rPr>
              <a:t> </a:t>
            </a:r>
            <a:r>
              <a:rPr lang="en-US" sz="1200" b="0" dirty="0">
                <a:solidFill>
                  <a:srgbClr val="3367D6"/>
                </a:solidFill>
                <a:effectLst/>
                <a:highlight>
                  <a:srgbClr val="FFFFFF"/>
                </a:highlight>
                <a:latin typeface="Roboto Mono" pitchFamily="49" charset="0"/>
              </a:rPr>
              <a:t>AS</a:t>
            </a:r>
            <a:r>
              <a:rPr lang="en-US" sz="1200" b="0" dirty="0">
                <a:solidFill>
                  <a:srgbClr val="3A474E"/>
                </a:solidFill>
                <a:effectLst/>
                <a:highlight>
                  <a:srgbClr val="FFFFFF"/>
                </a:highlight>
                <a:latin typeface="Roboto Mono" pitchFamily="49" charset="0"/>
              </a:rPr>
              <a:t> </a:t>
            </a:r>
            <a:r>
              <a:rPr lang="en-US" sz="1200" b="0" dirty="0" err="1">
                <a:solidFill>
                  <a:srgbClr val="000000"/>
                </a:solidFill>
                <a:effectLst/>
                <a:highlight>
                  <a:srgbClr val="FFFFFF"/>
                </a:highlight>
                <a:latin typeface="Roboto Mono" pitchFamily="49" charset="0"/>
              </a:rPr>
              <a:t>avg_income</a:t>
            </a:r>
            <a:r>
              <a:rPr lang="en-US" sz="1200" b="0" dirty="0">
                <a:solidFill>
                  <a:srgbClr val="3A474E"/>
                </a:solidFill>
                <a:effectLst/>
                <a:highlight>
                  <a:srgbClr val="FFFFFF"/>
                </a:highlight>
                <a:latin typeface="Roboto Mono" pitchFamily="49" charset="0"/>
              </a:rPr>
              <a:t>,</a:t>
            </a:r>
          </a:p>
          <a:p>
            <a:pPr marL="0" indent="0">
              <a:buNone/>
            </a:pPr>
            <a:r>
              <a:rPr lang="en-US" sz="1200" b="0" dirty="0">
                <a:solidFill>
                  <a:srgbClr val="3367D6"/>
                </a:solidFill>
                <a:effectLst/>
                <a:highlight>
                  <a:srgbClr val="FFFFFF"/>
                </a:highlight>
                <a:latin typeface="Roboto Mono" pitchFamily="49" charset="0"/>
              </a:rPr>
              <a:t>ROW_NUMBER</a:t>
            </a:r>
            <a:r>
              <a:rPr lang="en-US" sz="1200" b="0" dirty="0">
                <a:solidFill>
                  <a:srgbClr val="37474F"/>
                </a:solidFill>
                <a:effectLst/>
                <a:highlight>
                  <a:srgbClr val="FFFFFF"/>
                </a:highlight>
                <a:latin typeface="Roboto Mono" pitchFamily="49" charset="0"/>
              </a:rPr>
              <a:t>()</a:t>
            </a:r>
            <a:r>
              <a:rPr lang="en-US" sz="1200" b="0" dirty="0">
                <a:solidFill>
                  <a:srgbClr val="3A474E"/>
                </a:solidFill>
                <a:effectLst/>
                <a:highlight>
                  <a:srgbClr val="FFFFFF"/>
                </a:highlight>
                <a:latin typeface="Roboto Mono" pitchFamily="49" charset="0"/>
              </a:rPr>
              <a:t> </a:t>
            </a:r>
            <a:r>
              <a:rPr lang="en-US" sz="1200" b="0" dirty="0">
                <a:solidFill>
                  <a:srgbClr val="3367D6"/>
                </a:solidFill>
                <a:effectLst/>
                <a:highlight>
                  <a:srgbClr val="FFFFFF"/>
                </a:highlight>
                <a:latin typeface="Roboto Mono" pitchFamily="49" charset="0"/>
              </a:rPr>
              <a:t>OVER</a:t>
            </a:r>
            <a:r>
              <a:rPr lang="en-US" sz="1200" b="0" dirty="0">
                <a:solidFill>
                  <a:srgbClr val="3A474E"/>
                </a:solidFill>
                <a:effectLst/>
                <a:highlight>
                  <a:srgbClr val="FFFFFF"/>
                </a:highlight>
                <a:latin typeface="Roboto Mono" pitchFamily="49" charset="0"/>
              </a:rPr>
              <a:t> </a:t>
            </a:r>
            <a:r>
              <a:rPr lang="en-US" sz="1200" b="0" dirty="0">
                <a:solidFill>
                  <a:srgbClr val="37474F"/>
                </a:solidFill>
                <a:effectLst/>
                <a:highlight>
                  <a:srgbClr val="FFFFFF"/>
                </a:highlight>
                <a:latin typeface="Roboto Mono" pitchFamily="49" charset="0"/>
              </a:rPr>
              <a:t>(</a:t>
            </a:r>
            <a:r>
              <a:rPr lang="en-US" sz="1200" b="0" dirty="0">
                <a:solidFill>
                  <a:srgbClr val="3367D6"/>
                </a:solidFill>
                <a:effectLst/>
                <a:highlight>
                  <a:srgbClr val="FFFFFF"/>
                </a:highlight>
                <a:latin typeface="Roboto Mono" pitchFamily="49" charset="0"/>
              </a:rPr>
              <a:t>PARTITION</a:t>
            </a:r>
            <a:r>
              <a:rPr lang="en-US" sz="1200" b="0" dirty="0">
                <a:solidFill>
                  <a:srgbClr val="3A474E"/>
                </a:solidFill>
                <a:effectLst/>
                <a:highlight>
                  <a:srgbClr val="FFFFFF"/>
                </a:highlight>
                <a:latin typeface="Roboto Mono" pitchFamily="49" charset="0"/>
              </a:rPr>
              <a:t> </a:t>
            </a:r>
            <a:r>
              <a:rPr lang="en-US" sz="1200" b="0" dirty="0">
                <a:solidFill>
                  <a:srgbClr val="3367D6"/>
                </a:solidFill>
                <a:effectLst/>
                <a:highlight>
                  <a:srgbClr val="FFFFFF"/>
                </a:highlight>
                <a:latin typeface="Roboto Mono" pitchFamily="49" charset="0"/>
              </a:rPr>
              <a:t>BY</a:t>
            </a:r>
            <a:r>
              <a:rPr lang="en-US" sz="1200" b="0" dirty="0">
                <a:solidFill>
                  <a:srgbClr val="3A474E"/>
                </a:solidFill>
                <a:effectLst/>
                <a:highlight>
                  <a:srgbClr val="FFFFFF"/>
                </a:highlight>
                <a:latin typeface="Roboto Mono" pitchFamily="49" charset="0"/>
              </a:rPr>
              <a:t> </a:t>
            </a:r>
            <a:r>
              <a:rPr lang="en-US" sz="1200" b="0" dirty="0">
                <a:solidFill>
                  <a:srgbClr val="000000"/>
                </a:solidFill>
                <a:effectLst/>
                <a:highlight>
                  <a:srgbClr val="FFFFFF"/>
                </a:highlight>
                <a:latin typeface="Roboto Mono" pitchFamily="49" charset="0"/>
              </a:rPr>
              <a:t>PATIENT_EDUCATION_ID</a:t>
            </a:r>
            <a:r>
              <a:rPr lang="en-US" sz="1200" b="0" dirty="0">
                <a:solidFill>
                  <a:srgbClr val="3A474E"/>
                </a:solidFill>
                <a:effectLst/>
                <a:highlight>
                  <a:srgbClr val="FFFFFF"/>
                </a:highlight>
                <a:latin typeface="Roboto Mono" pitchFamily="49" charset="0"/>
              </a:rPr>
              <a:t> </a:t>
            </a:r>
            <a:r>
              <a:rPr lang="en-US" sz="1200" b="0" dirty="0">
                <a:solidFill>
                  <a:srgbClr val="3367D6"/>
                </a:solidFill>
                <a:effectLst/>
                <a:highlight>
                  <a:srgbClr val="FFFFFF"/>
                </a:highlight>
                <a:latin typeface="Roboto Mono" pitchFamily="49" charset="0"/>
              </a:rPr>
              <a:t>ORDER</a:t>
            </a:r>
            <a:r>
              <a:rPr lang="en-US" sz="1200" b="0" dirty="0">
                <a:solidFill>
                  <a:srgbClr val="3A474E"/>
                </a:solidFill>
                <a:effectLst/>
                <a:highlight>
                  <a:srgbClr val="FFFFFF"/>
                </a:highlight>
                <a:latin typeface="Roboto Mono" pitchFamily="49" charset="0"/>
              </a:rPr>
              <a:t> </a:t>
            </a:r>
            <a:r>
              <a:rPr lang="en-US" sz="1200" b="0" dirty="0">
                <a:solidFill>
                  <a:srgbClr val="3367D6"/>
                </a:solidFill>
                <a:effectLst/>
                <a:highlight>
                  <a:srgbClr val="FFFFFF"/>
                </a:highlight>
                <a:latin typeface="Roboto Mono" pitchFamily="49" charset="0"/>
              </a:rPr>
              <a:t>BY</a:t>
            </a:r>
            <a:r>
              <a:rPr lang="en-US" sz="1200" b="0" dirty="0">
                <a:solidFill>
                  <a:srgbClr val="3A474E"/>
                </a:solidFill>
                <a:effectLst/>
                <a:highlight>
                  <a:srgbClr val="FFFFFF"/>
                </a:highlight>
                <a:latin typeface="Roboto Mono" pitchFamily="49" charset="0"/>
              </a:rPr>
              <a:t> </a:t>
            </a:r>
            <a:r>
              <a:rPr lang="en-US" sz="1200" b="0" dirty="0">
                <a:solidFill>
                  <a:srgbClr val="000000"/>
                </a:solidFill>
                <a:effectLst/>
                <a:highlight>
                  <a:srgbClr val="FFFFFF"/>
                </a:highlight>
                <a:latin typeface="Roboto Mono" pitchFamily="49" charset="0"/>
              </a:rPr>
              <a:t>HOUSEHOLD_INCOME_PER_PERSON_AMT</a:t>
            </a:r>
            <a:r>
              <a:rPr lang="en-US" sz="1200" b="0" dirty="0">
                <a:solidFill>
                  <a:srgbClr val="3A474E"/>
                </a:solidFill>
                <a:effectLst/>
                <a:highlight>
                  <a:srgbClr val="FFFFFF"/>
                </a:highlight>
                <a:latin typeface="Roboto Mono" pitchFamily="49" charset="0"/>
              </a:rPr>
              <a:t> </a:t>
            </a:r>
            <a:r>
              <a:rPr lang="en-US" sz="1200" b="0" dirty="0">
                <a:solidFill>
                  <a:srgbClr val="3367D6"/>
                </a:solidFill>
                <a:effectLst/>
                <a:highlight>
                  <a:srgbClr val="FFFFFF"/>
                </a:highlight>
                <a:latin typeface="Roboto Mono" pitchFamily="49" charset="0"/>
              </a:rPr>
              <a:t>DESC</a:t>
            </a:r>
            <a:r>
              <a:rPr lang="en-US" sz="1200" b="0" dirty="0">
                <a:solidFill>
                  <a:srgbClr val="37474F"/>
                </a:solidFill>
                <a:effectLst/>
                <a:highlight>
                  <a:srgbClr val="FFFFFF"/>
                </a:highlight>
                <a:latin typeface="Roboto Mono" pitchFamily="49" charset="0"/>
              </a:rPr>
              <a:t>)</a:t>
            </a:r>
            <a:r>
              <a:rPr lang="en-US" sz="1200" b="0" dirty="0">
                <a:solidFill>
                  <a:srgbClr val="3A474E"/>
                </a:solidFill>
                <a:effectLst/>
                <a:highlight>
                  <a:srgbClr val="FFFFFF"/>
                </a:highlight>
                <a:latin typeface="Roboto Mono" pitchFamily="49" charset="0"/>
              </a:rPr>
              <a:t> </a:t>
            </a:r>
            <a:r>
              <a:rPr lang="en-US" sz="1200" b="0" dirty="0">
                <a:solidFill>
                  <a:srgbClr val="3367D6"/>
                </a:solidFill>
                <a:effectLst/>
                <a:highlight>
                  <a:srgbClr val="FFFFFF"/>
                </a:highlight>
                <a:latin typeface="Roboto Mono" pitchFamily="49" charset="0"/>
              </a:rPr>
              <a:t>AS</a:t>
            </a:r>
            <a:r>
              <a:rPr lang="en-US" sz="1200" b="0" dirty="0">
                <a:solidFill>
                  <a:srgbClr val="3A474E"/>
                </a:solidFill>
                <a:effectLst/>
                <a:highlight>
                  <a:srgbClr val="FFFFFF"/>
                </a:highlight>
                <a:latin typeface="Roboto Mono" pitchFamily="49" charset="0"/>
              </a:rPr>
              <a:t> </a:t>
            </a:r>
            <a:r>
              <a:rPr lang="en-US" sz="1200" b="0" dirty="0" err="1">
                <a:solidFill>
                  <a:srgbClr val="000000"/>
                </a:solidFill>
                <a:effectLst/>
                <a:highlight>
                  <a:srgbClr val="FFFFFF"/>
                </a:highlight>
                <a:latin typeface="Roboto Mono" pitchFamily="49" charset="0"/>
              </a:rPr>
              <a:t>row_num</a:t>
            </a:r>
            <a:r>
              <a:rPr lang="en-US" sz="1200" b="0" dirty="0">
                <a:solidFill>
                  <a:srgbClr val="3A474E"/>
                </a:solidFill>
                <a:effectLst/>
                <a:highlight>
                  <a:srgbClr val="FFFFFF"/>
                </a:highlight>
                <a:latin typeface="Roboto Mono" pitchFamily="49" charset="0"/>
              </a:rPr>
              <a:t>,</a:t>
            </a:r>
          </a:p>
          <a:p>
            <a:pPr marL="0" indent="0">
              <a:buNone/>
            </a:pPr>
            <a:r>
              <a:rPr lang="en-US" sz="1200" b="0" dirty="0">
                <a:solidFill>
                  <a:srgbClr val="3367D6"/>
                </a:solidFill>
                <a:effectLst/>
                <a:highlight>
                  <a:srgbClr val="FFFFFF"/>
                </a:highlight>
                <a:latin typeface="Roboto Mono" pitchFamily="49" charset="0"/>
              </a:rPr>
              <a:t>RANK</a:t>
            </a:r>
            <a:r>
              <a:rPr lang="en-US" sz="1200" b="0" dirty="0">
                <a:solidFill>
                  <a:srgbClr val="37474F"/>
                </a:solidFill>
                <a:effectLst/>
                <a:highlight>
                  <a:srgbClr val="FFFFFF"/>
                </a:highlight>
                <a:latin typeface="Roboto Mono" pitchFamily="49" charset="0"/>
              </a:rPr>
              <a:t>()</a:t>
            </a:r>
            <a:r>
              <a:rPr lang="en-US" sz="1200" b="0" dirty="0">
                <a:solidFill>
                  <a:srgbClr val="3A474E"/>
                </a:solidFill>
                <a:effectLst/>
                <a:highlight>
                  <a:srgbClr val="FFFFFF"/>
                </a:highlight>
                <a:latin typeface="Roboto Mono" pitchFamily="49" charset="0"/>
              </a:rPr>
              <a:t> </a:t>
            </a:r>
            <a:r>
              <a:rPr lang="en-US" sz="1200" b="0" dirty="0">
                <a:solidFill>
                  <a:srgbClr val="3367D6"/>
                </a:solidFill>
                <a:effectLst/>
                <a:highlight>
                  <a:srgbClr val="FFFFFF"/>
                </a:highlight>
                <a:latin typeface="Roboto Mono" pitchFamily="49" charset="0"/>
              </a:rPr>
              <a:t>OVER</a:t>
            </a:r>
            <a:r>
              <a:rPr lang="en-US" sz="1200" b="0" dirty="0">
                <a:solidFill>
                  <a:srgbClr val="3A474E"/>
                </a:solidFill>
                <a:effectLst/>
                <a:highlight>
                  <a:srgbClr val="FFFFFF"/>
                </a:highlight>
                <a:latin typeface="Roboto Mono" pitchFamily="49" charset="0"/>
              </a:rPr>
              <a:t> </a:t>
            </a:r>
            <a:r>
              <a:rPr lang="en-US" sz="1200" b="0" dirty="0">
                <a:solidFill>
                  <a:srgbClr val="37474F"/>
                </a:solidFill>
                <a:effectLst/>
                <a:highlight>
                  <a:srgbClr val="FFFFFF"/>
                </a:highlight>
                <a:latin typeface="Roboto Mono" pitchFamily="49" charset="0"/>
              </a:rPr>
              <a:t>(</a:t>
            </a:r>
            <a:r>
              <a:rPr lang="en-US" sz="1200" b="0" dirty="0">
                <a:solidFill>
                  <a:srgbClr val="3367D6"/>
                </a:solidFill>
                <a:effectLst/>
                <a:highlight>
                  <a:srgbClr val="FFFFFF"/>
                </a:highlight>
                <a:latin typeface="Roboto Mono" pitchFamily="49" charset="0"/>
              </a:rPr>
              <a:t>PARTITION</a:t>
            </a:r>
            <a:r>
              <a:rPr lang="en-US" sz="1200" b="0" dirty="0">
                <a:solidFill>
                  <a:srgbClr val="3A474E"/>
                </a:solidFill>
                <a:effectLst/>
                <a:highlight>
                  <a:srgbClr val="FFFFFF"/>
                </a:highlight>
                <a:latin typeface="Roboto Mono" pitchFamily="49" charset="0"/>
              </a:rPr>
              <a:t> </a:t>
            </a:r>
            <a:r>
              <a:rPr lang="en-US" sz="1200" b="0" dirty="0">
                <a:solidFill>
                  <a:srgbClr val="3367D6"/>
                </a:solidFill>
                <a:effectLst/>
                <a:highlight>
                  <a:srgbClr val="FFFFFF"/>
                </a:highlight>
                <a:latin typeface="Roboto Mono" pitchFamily="49" charset="0"/>
              </a:rPr>
              <a:t>BY</a:t>
            </a:r>
            <a:r>
              <a:rPr lang="en-US" sz="1200" b="0" dirty="0">
                <a:solidFill>
                  <a:srgbClr val="3A474E"/>
                </a:solidFill>
                <a:effectLst/>
                <a:highlight>
                  <a:srgbClr val="FFFFFF"/>
                </a:highlight>
                <a:latin typeface="Roboto Mono" pitchFamily="49" charset="0"/>
              </a:rPr>
              <a:t> </a:t>
            </a:r>
            <a:r>
              <a:rPr lang="en-US" sz="1200" b="0" dirty="0">
                <a:solidFill>
                  <a:srgbClr val="000000"/>
                </a:solidFill>
                <a:effectLst/>
                <a:highlight>
                  <a:srgbClr val="FFFFFF"/>
                </a:highlight>
                <a:latin typeface="Roboto Mono" pitchFamily="49" charset="0"/>
              </a:rPr>
              <a:t>PATIENT_EDUCATION_ID</a:t>
            </a:r>
            <a:r>
              <a:rPr lang="en-US" sz="1200" b="0" dirty="0">
                <a:solidFill>
                  <a:srgbClr val="3A474E"/>
                </a:solidFill>
                <a:effectLst/>
                <a:highlight>
                  <a:srgbClr val="FFFFFF"/>
                </a:highlight>
                <a:latin typeface="Roboto Mono" pitchFamily="49" charset="0"/>
              </a:rPr>
              <a:t> </a:t>
            </a:r>
            <a:r>
              <a:rPr lang="en-US" sz="1200" b="0" dirty="0">
                <a:solidFill>
                  <a:srgbClr val="3367D6"/>
                </a:solidFill>
                <a:effectLst/>
                <a:highlight>
                  <a:srgbClr val="FFFFFF"/>
                </a:highlight>
                <a:latin typeface="Roboto Mono" pitchFamily="49" charset="0"/>
              </a:rPr>
              <a:t>ORDER</a:t>
            </a:r>
            <a:r>
              <a:rPr lang="en-US" sz="1200" b="0" dirty="0">
                <a:solidFill>
                  <a:srgbClr val="3A474E"/>
                </a:solidFill>
                <a:effectLst/>
                <a:highlight>
                  <a:srgbClr val="FFFFFF"/>
                </a:highlight>
                <a:latin typeface="Roboto Mono" pitchFamily="49" charset="0"/>
              </a:rPr>
              <a:t> </a:t>
            </a:r>
            <a:r>
              <a:rPr lang="en-US" sz="1200" b="0" dirty="0">
                <a:solidFill>
                  <a:srgbClr val="3367D6"/>
                </a:solidFill>
                <a:effectLst/>
                <a:highlight>
                  <a:srgbClr val="FFFFFF"/>
                </a:highlight>
                <a:latin typeface="Roboto Mono" pitchFamily="49" charset="0"/>
              </a:rPr>
              <a:t>BY</a:t>
            </a:r>
            <a:r>
              <a:rPr lang="en-US" sz="1200" b="0" dirty="0">
                <a:solidFill>
                  <a:srgbClr val="3A474E"/>
                </a:solidFill>
                <a:effectLst/>
                <a:highlight>
                  <a:srgbClr val="FFFFFF"/>
                </a:highlight>
                <a:latin typeface="Roboto Mono" pitchFamily="49" charset="0"/>
              </a:rPr>
              <a:t> </a:t>
            </a:r>
            <a:r>
              <a:rPr lang="en-US" sz="1200" b="0" dirty="0">
                <a:solidFill>
                  <a:srgbClr val="000000"/>
                </a:solidFill>
                <a:effectLst/>
                <a:highlight>
                  <a:srgbClr val="FFFFFF"/>
                </a:highlight>
                <a:latin typeface="Roboto Mono" pitchFamily="49" charset="0"/>
              </a:rPr>
              <a:t>HOUSEHOLD_INCOME_PER_PERSON_AMT</a:t>
            </a:r>
            <a:r>
              <a:rPr lang="en-US" sz="1200" b="0" dirty="0">
                <a:solidFill>
                  <a:srgbClr val="3A474E"/>
                </a:solidFill>
                <a:effectLst/>
                <a:highlight>
                  <a:srgbClr val="FFFFFF"/>
                </a:highlight>
                <a:latin typeface="Roboto Mono" pitchFamily="49" charset="0"/>
              </a:rPr>
              <a:t> </a:t>
            </a:r>
            <a:r>
              <a:rPr lang="en-US" sz="1200" b="0" dirty="0">
                <a:solidFill>
                  <a:srgbClr val="3367D6"/>
                </a:solidFill>
                <a:effectLst/>
                <a:highlight>
                  <a:srgbClr val="FFFFFF"/>
                </a:highlight>
                <a:latin typeface="Roboto Mono" pitchFamily="49" charset="0"/>
              </a:rPr>
              <a:t>DESC</a:t>
            </a:r>
            <a:r>
              <a:rPr lang="en-US" sz="1200" b="0" dirty="0">
                <a:solidFill>
                  <a:srgbClr val="37474F"/>
                </a:solidFill>
                <a:effectLst/>
                <a:highlight>
                  <a:srgbClr val="FFFFFF"/>
                </a:highlight>
                <a:latin typeface="Roboto Mono" pitchFamily="49" charset="0"/>
              </a:rPr>
              <a:t>)</a:t>
            </a:r>
            <a:r>
              <a:rPr lang="en-US" sz="1200" b="0" dirty="0">
                <a:solidFill>
                  <a:srgbClr val="3A474E"/>
                </a:solidFill>
                <a:effectLst/>
                <a:highlight>
                  <a:srgbClr val="FFFFFF"/>
                </a:highlight>
                <a:latin typeface="Roboto Mono" pitchFamily="49" charset="0"/>
              </a:rPr>
              <a:t> </a:t>
            </a:r>
            <a:r>
              <a:rPr lang="en-US" sz="1200" b="0" dirty="0">
                <a:solidFill>
                  <a:srgbClr val="3367D6"/>
                </a:solidFill>
                <a:effectLst/>
                <a:highlight>
                  <a:srgbClr val="FFFFFF"/>
                </a:highlight>
                <a:latin typeface="Roboto Mono" pitchFamily="49" charset="0"/>
              </a:rPr>
              <a:t>AS</a:t>
            </a:r>
            <a:r>
              <a:rPr lang="en-US" sz="1200" b="0" dirty="0">
                <a:solidFill>
                  <a:srgbClr val="3A474E"/>
                </a:solidFill>
                <a:effectLst/>
                <a:highlight>
                  <a:srgbClr val="FFFFFF"/>
                </a:highlight>
                <a:latin typeface="Roboto Mono" pitchFamily="49" charset="0"/>
              </a:rPr>
              <a:t> </a:t>
            </a:r>
            <a:r>
              <a:rPr lang="en-US" sz="1200" b="0" dirty="0" err="1">
                <a:solidFill>
                  <a:srgbClr val="000000"/>
                </a:solidFill>
                <a:effectLst/>
                <a:highlight>
                  <a:srgbClr val="FFFFFF"/>
                </a:highlight>
                <a:latin typeface="Roboto Mono" pitchFamily="49" charset="0"/>
              </a:rPr>
              <a:t>rank_income</a:t>
            </a:r>
            <a:r>
              <a:rPr lang="en-US" sz="1200" b="0" dirty="0">
                <a:solidFill>
                  <a:srgbClr val="3A474E"/>
                </a:solidFill>
                <a:effectLst/>
                <a:highlight>
                  <a:srgbClr val="FFFFFF"/>
                </a:highlight>
                <a:latin typeface="Roboto Mono" pitchFamily="49" charset="0"/>
              </a:rPr>
              <a:t>,</a:t>
            </a:r>
          </a:p>
          <a:p>
            <a:pPr marL="0" indent="0">
              <a:buNone/>
            </a:pPr>
            <a:r>
              <a:rPr lang="en-US" sz="1200" b="0" dirty="0">
                <a:solidFill>
                  <a:srgbClr val="3367D6"/>
                </a:solidFill>
                <a:effectLst/>
                <a:highlight>
                  <a:srgbClr val="FFFFFF"/>
                </a:highlight>
                <a:latin typeface="Roboto Mono" pitchFamily="49" charset="0"/>
              </a:rPr>
              <a:t>DENSE_RANK</a:t>
            </a:r>
            <a:r>
              <a:rPr lang="en-US" sz="1200" b="0" dirty="0">
                <a:solidFill>
                  <a:srgbClr val="37474F"/>
                </a:solidFill>
                <a:effectLst/>
                <a:highlight>
                  <a:srgbClr val="FFFFFF"/>
                </a:highlight>
                <a:latin typeface="Roboto Mono" pitchFamily="49" charset="0"/>
              </a:rPr>
              <a:t>()</a:t>
            </a:r>
            <a:r>
              <a:rPr lang="en-US" sz="1200" b="0" dirty="0">
                <a:solidFill>
                  <a:srgbClr val="3A474E"/>
                </a:solidFill>
                <a:effectLst/>
                <a:highlight>
                  <a:srgbClr val="FFFFFF"/>
                </a:highlight>
                <a:latin typeface="Roboto Mono" pitchFamily="49" charset="0"/>
              </a:rPr>
              <a:t> </a:t>
            </a:r>
            <a:r>
              <a:rPr lang="en-US" sz="1200" b="0" dirty="0">
                <a:solidFill>
                  <a:srgbClr val="3367D6"/>
                </a:solidFill>
                <a:effectLst/>
                <a:highlight>
                  <a:srgbClr val="FFFFFF"/>
                </a:highlight>
                <a:latin typeface="Roboto Mono" pitchFamily="49" charset="0"/>
              </a:rPr>
              <a:t>OVER</a:t>
            </a:r>
            <a:r>
              <a:rPr lang="en-US" sz="1200" b="0" dirty="0">
                <a:solidFill>
                  <a:srgbClr val="3A474E"/>
                </a:solidFill>
                <a:effectLst/>
                <a:highlight>
                  <a:srgbClr val="FFFFFF"/>
                </a:highlight>
                <a:latin typeface="Roboto Mono" pitchFamily="49" charset="0"/>
              </a:rPr>
              <a:t> </a:t>
            </a:r>
            <a:r>
              <a:rPr lang="en-US" sz="1200" b="0" dirty="0">
                <a:solidFill>
                  <a:srgbClr val="37474F"/>
                </a:solidFill>
                <a:effectLst/>
                <a:highlight>
                  <a:srgbClr val="FFFFFF"/>
                </a:highlight>
                <a:latin typeface="Roboto Mono" pitchFamily="49" charset="0"/>
              </a:rPr>
              <a:t>(</a:t>
            </a:r>
            <a:r>
              <a:rPr lang="en-US" sz="1200" b="0" dirty="0">
                <a:solidFill>
                  <a:srgbClr val="3367D6"/>
                </a:solidFill>
                <a:effectLst/>
                <a:highlight>
                  <a:srgbClr val="FFFFFF"/>
                </a:highlight>
                <a:latin typeface="Roboto Mono" pitchFamily="49" charset="0"/>
              </a:rPr>
              <a:t>PARTITION</a:t>
            </a:r>
            <a:r>
              <a:rPr lang="en-US" sz="1200" b="0" dirty="0">
                <a:solidFill>
                  <a:srgbClr val="3A474E"/>
                </a:solidFill>
                <a:effectLst/>
                <a:highlight>
                  <a:srgbClr val="FFFFFF"/>
                </a:highlight>
                <a:latin typeface="Roboto Mono" pitchFamily="49" charset="0"/>
              </a:rPr>
              <a:t> </a:t>
            </a:r>
            <a:r>
              <a:rPr lang="en-US" sz="1200" b="0" dirty="0">
                <a:solidFill>
                  <a:srgbClr val="3367D6"/>
                </a:solidFill>
                <a:effectLst/>
                <a:highlight>
                  <a:srgbClr val="FFFFFF"/>
                </a:highlight>
                <a:latin typeface="Roboto Mono" pitchFamily="49" charset="0"/>
              </a:rPr>
              <a:t>BY</a:t>
            </a:r>
            <a:r>
              <a:rPr lang="en-US" sz="1200" b="0" dirty="0">
                <a:solidFill>
                  <a:srgbClr val="3A474E"/>
                </a:solidFill>
                <a:effectLst/>
                <a:highlight>
                  <a:srgbClr val="FFFFFF"/>
                </a:highlight>
                <a:latin typeface="Roboto Mono" pitchFamily="49" charset="0"/>
              </a:rPr>
              <a:t> </a:t>
            </a:r>
            <a:r>
              <a:rPr lang="en-US" sz="1200" b="0" dirty="0">
                <a:solidFill>
                  <a:srgbClr val="000000"/>
                </a:solidFill>
                <a:effectLst/>
                <a:highlight>
                  <a:srgbClr val="FFFFFF"/>
                </a:highlight>
                <a:latin typeface="Roboto Mono" pitchFamily="49" charset="0"/>
              </a:rPr>
              <a:t>PATIENT_EDUCATION_ID</a:t>
            </a:r>
            <a:r>
              <a:rPr lang="en-US" sz="1200" b="0" dirty="0">
                <a:solidFill>
                  <a:srgbClr val="3A474E"/>
                </a:solidFill>
                <a:effectLst/>
                <a:highlight>
                  <a:srgbClr val="FFFFFF"/>
                </a:highlight>
                <a:latin typeface="Roboto Mono" pitchFamily="49" charset="0"/>
              </a:rPr>
              <a:t> </a:t>
            </a:r>
            <a:r>
              <a:rPr lang="en-US" sz="1200" b="0" dirty="0">
                <a:solidFill>
                  <a:srgbClr val="3367D6"/>
                </a:solidFill>
                <a:effectLst/>
                <a:highlight>
                  <a:srgbClr val="FFFFFF"/>
                </a:highlight>
                <a:latin typeface="Roboto Mono" pitchFamily="49" charset="0"/>
              </a:rPr>
              <a:t>ORDER</a:t>
            </a:r>
            <a:r>
              <a:rPr lang="en-US" sz="1200" b="0" dirty="0">
                <a:solidFill>
                  <a:srgbClr val="3A474E"/>
                </a:solidFill>
                <a:effectLst/>
                <a:highlight>
                  <a:srgbClr val="FFFFFF"/>
                </a:highlight>
                <a:latin typeface="Roboto Mono" pitchFamily="49" charset="0"/>
              </a:rPr>
              <a:t> </a:t>
            </a:r>
            <a:r>
              <a:rPr lang="en-US" sz="1200" b="0" dirty="0">
                <a:solidFill>
                  <a:srgbClr val="3367D6"/>
                </a:solidFill>
                <a:effectLst/>
                <a:highlight>
                  <a:srgbClr val="FFFFFF"/>
                </a:highlight>
                <a:latin typeface="Roboto Mono" pitchFamily="49" charset="0"/>
              </a:rPr>
              <a:t>BY</a:t>
            </a:r>
            <a:r>
              <a:rPr lang="en-US" sz="1200" b="0" dirty="0">
                <a:solidFill>
                  <a:srgbClr val="3A474E"/>
                </a:solidFill>
                <a:effectLst/>
                <a:highlight>
                  <a:srgbClr val="FFFFFF"/>
                </a:highlight>
                <a:latin typeface="Roboto Mono" pitchFamily="49" charset="0"/>
              </a:rPr>
              <a:t> </a:t>
            </a:r>
            <a:r>
              <a:rPr lang="en-US" sz="1200" b="0" dirty="0">
                <a:solidFill>
                  <a:srgbClr val="000000"/>
                </a:solidFill>
                <a:effectLst/>
                <a:highlight>
                  <a:srgbClr val="FFFFFF"/>
                </a:highlight>
                <a:latin typeface="Roboto Mono" pitchFamily="49" charset="0"/>
              </a:rPr>
              <a:t>HOUSEHOLD_INCOME_PER_PERSON_AMT</a:t>
            </a:r>
            <a:r>
              <a:rPr lang="en-US" sz="1200" b="0" dirty="0">
                <a:solidFill>
                  <a:srgbClr val="3A474E"/>
                </a:solidFill>
                <a:effectLst/>
                <a:highlight>
                  <a:srgbClr val="FFFFFF"/>
                </a:highlight>
                <a:latin typeface="Roboto Mono" pitchFamily="49" charset="0"/>
              </a:rPr>
              <a:t> </a:t>
            </a:r>
            <a:r>
              <a:rPr lang="en-US" sz="1200" b="0" dirty="0">
                <a:solidFill>
                  <a:srgbClr val="3367D6"/>
                </a:solidFill>
                <a:effectLst/>
                <a:highlight>
                  <a:srgbClr val="FFFFFF"/>
                </a:highlight>
                <a:latin typeface="Roboto Mono" pitchFamily="49" charset="0"/>
              </a:rPr>
              <a:t>DESC</a:t>
            </a:r>
            <a:r>
              <a:rPr lang="en-US" sz="1200" b="0" dirty="0">
                <a:solidFill>
                  <a:srgbClr val="37474F"/>
                </a:solidFill>
                <a:effectLst/>
                <a:highlight>
                  <a:srgbClr val="FFFFFF"/>
                </a:highlight>
                <a:latin typeface="Roboto Mono" pitchFamily="49" charset="0"/>
              </a:rPr>
              <a:t>)</a:t>
            </a:r>
            <a:r>
              <a:rPr lang="en-US" sz="1200" b="0" dirty="0">
                <a:solidFill>
                  <a:srgbClr val="3A474E"/>
                </a:solidFill>
                <a:effectLst/>
                <a:highlight>
                  <a:srgbClr val="FFFFFF"/>
                </a:highlight>
                <a:latin typeface="Roboto Mono" pitchFamily="49" charset="0"/>
              </a:rPr>
              <a:t> </a:t>
            </a:r>
            <a:r>
              <a:rPr lang="en-US" sz="1200" b="0" dirty="0">
                <a:solidFill>
                  <a:srgbClr val="3367D6"/>
                </a:solidFill>
                <a:effectLst/>
                <a:highlight>
                  <a:srgbClr val="FFFFFF"/>
                </a:highlight>
                <a:latin typeface="Roboto Mono" pitchFamily="49" charset="0"/>
              </a:rPr>
              <a:t>AS</a:t>
            </a:r>
            <a:r>
              <a:rPr lang="en-US" sz="1200" b="0" dirty="0">
                <a:solidFill>
                  <a:srgbClr val="3A474E"/>
                </a:solidFill>
                <a:effectLst/>
                <a:highlight>
                  <a:srgbClr val="FFFFFF"/>
                </a:highlight>
                <a:latin typeface="Roboto Mono" pitchFamily="49" charset="0"/>
              </a:rPr>
              <a:t> </a:t>
            </a:r>
            <a:r>
              <a:rPr lang="en-US" sz="1200" b="0" dirty="0" err="1">
                <a:solidFill>
                  <a:srgbClr val="000000"/>
                </a:solidFill>
                <a:effectLst/>
                <a:highlight>
                  <a:srgbClr val="FFFFFF"/>
                </a:highlight>
                <a:latin typeface="Roboto Mono" pitchFamily="49" charset="0"/>
              </a:rPr>
              <a:t>dense_rank_income</a:t>
            </a:r>
            <a:endParaRPr lang="en-US" sz="1200" b="0" dirty="0">
              <a:solidFill>
                <a:srgbClr val="3A474E"/>
              </a:solidFill>
              <a:effectLst/>
              <a:highlight>
                <a:srgbClr val="FFFFFF"/>
              </a:highlight>
              <a:latin typeface="Roboto Mono" pitchFamily="49" charset="0"/>
            </a:endParaRPr>
          </a:p>
          <a:p>
            <a:pPr marL="0" indent="0">
              <a:buNone/>
            </a:pPr>
            <a:r>
              <a:rPr lang="en-US" sz="1200" b="0" dirty="0">
                <a:solidFill>
                  <a:srgbClr val="3367D6"/>
                </a:solidFill>
                <a:effectLst/>
                <a:highlight>
                  <a:srgbClr val="FFFFFF"/>
                </a:highlight>
                <a:latin typeface="Roboto Mono" pitchFamily="49" charset="0"/>
              </a:rPr>
              <a:t>FROM</a:t>
            </a:r>
            <a:r>
              <a:rPr lang="en-US" sz="1200" b="0" dirty="0">
                <a:solidFill>
                  <a:srgbClr val="3A474E"/>
                </a:solidFill>
                <a:effectLst/>
                <a:highlight>
                  <a:srgbClr val="FFFFFF"/>
                </a:highlight>
                <a:latin typeface="Roboto Mono" pitchFamily="49" charset="0"/>
              </a:rPr>
              <a:t> </a:t>
            </a:r>
            <a:r>
              <a:rPr lang="en-US" sz="1200" b="0" dirty="0">
                <a:solidFill>
                  <a:srgbClr val="0D904F"/>
                </a:solidFill>
                <a:effectLst/>
                <a:highlight>
                  <a:srgbClr val="FFFFFF"/>
                </a:highlight>
                <a:latin typeface="Roboto Mono" pitchFamily="49" charset="0"/>
              </a:rPr>
              <a:t>`</a:t>
            </a:r>
            <a:r>
              <a:rPr lang="en-US" sz="1200" b="0" dirty="0" err="1">
                <a:solidFill>
                  <a:srgbClr val="0D904F"/>
                </a:solidFill>
                <a:effectLst/>
                <a:highlight>
                  <a:srgbClr val="FFFFFF"/>
                </a:highlight>
                <a:latin typeface="Roboto Mono" pitchFamily="49" charset="0"/>
              </a:rPr>
              <a:t>purplelab-sales.Training_Dataset.DIM_PATIENT</a:t>
            </a:r>
            <a:r>
              <a:rPr lang="en-US" sz="1200" b="0" dirty="0">
                <a:solidFill>
                  <a:srgbClr val="0D904F"/>
                </a:solidFill>
                <a:effectLst/>
                <a:highlight>
                  <a:srgbClr val="FFFFFF"/>
                </a:highlight>
                <a:latin typeface="Roboto Mono" pitchFamily="49" charset="0"/>
              </a:rPr>
              <a:t>`</a:t>
            </a:r>
            <a:r>
              <a:rPr lang="en-US" sz="1200" b="0" dirty="0">
                <a:solidFill>
                  <a:srgbClr val="3A474E"/>
                </a:solidFill>
                <a:effectLst/>
                <a:highlight>
                  <a:srgbClr val="FFFFFF"/>
                </a:highlight>
                <a:latin typeface="Roboto Mono" pitchFamily="49" charset="0"/>
              </a:rPr>
              <a:t> </a:t>
            </a:r>
            <a:r>
              <a:rPr lang="en-US" sz="1200" b="0" dirty="0">
                <a:solidFill>
                  <a:srgbClr val="3367D6"/>
                </a:solidFill>
                <a:effectLst/>
                <a:highlight>
                  <a:srgbClr val="FFFFFF"/>
                </a:highlight>
                <a:latin typeface="Roboto Mono" pitchFamily="49" charset="0"/>
              </a:rPr>
              <a:t>LIMIT</a:t>
            </a:r>
            <a:r>
              <a:rPr lang="en-US" sz="1200" b="0" dirty="0">
                <a:solidFill>
                  <a:srgbClr val="3A474E"/>
                </a:solidFill>
                <a:effectLst/>
                <a:highlight>
                  <a:srgbClr val="FFFFFF"/>
                </a:highlight>
                <a:latin typeface="Roboto Mono" pitchFamily="49" charset="0"/>
              </a:rPr>
              <a:t> </a:t>
            </a:r>
            <a:r>
              <a:rPr lang="en-US" sz="1200" b="0" dirty="0">
                <a:solidFill>
                  <a:srgbClr val="F4511E"/>
                </a:solidFill>
                <a:effectLst/>
                <a:highlight>
                  <a:srgbClr val="FFFFFF"/>
                </a:highlight>
                <a:latin typeface="Roboto Mono" pitchFamily="49" charset="0"/>
              </a:rPr>
              <a:t>1000</a:t>
            </a:r>
            <a:r>
              <a:rPr lang="en-US" sz="1200" b="0" dirty="0">
                <a:solidFill>
                  <a:srgbClr val="37474F"/>
                </a:solidFill>
                <a:effectLst/>
                <a:highlight>
                  <a:srgbClr val="FFFFFF"/>
                </a:highlight>
                <a:latin typeface="Roboto Mono" pitchFamily="49" charset="0"/>
              </a:rPr>
              <a:t>)</a:t>
            </a:r>
            <a:r>
              <a:rPr lang="en-US" sz="1200" b="0" dirty="0">
                <a:solidFill>
                  <a:srgbClr val="3A474E"/>
                </a:solidFill>
                <a:effectLst/>
                <a:highlight>
                  <a:srgbClr val="FFFFFF"/>
                </a:highlight>
                <a:latin typeface="Roboto Mono" pitchFamily="49" charset="0"/>
              </a:rPr>
              <a:t> </a:t>
            </a:r>
            <a:r>
              <a:rPr lang="en-US" sz="1200" b="0" dirty="0">
                <a:solidFill>
                  <a:srgbClr val="000000"/>
                </a:solidFill>
                <a:effectLst/>
                <a:highlight>
                  <a:srgbClr val="FFFFFF"/>
                </a:highlight>
                <a:latin typeface="Roboto Mono" pitchFamily="49" charset="0"/>
              </a:rPr>
              <a:t>t</a:t>
            </a:r>
            <a:endParaRPr lang="en-US" sz="1200" b="0" dirty="0">
              <a:solidFill>
                <a:srgbClr val="3A474E"/>
              </a:solidFill>
              <a:effectLst/>
              <a:highlight>
                <a:srgbClr val="FFFFFF"/>
              </a:highlight>
              <a:latin typeface="Roboto Mono" pitchFamily="49" charset="0"/>
            </a:endParaRPr>
          </a:p>
          <a:p>
            <a:pPr marL="0" indent="0">
              <a:buNone/>
            </a:pPr>
            <a:r>
              <a:rPr lang="en-US" sz="1200" b="0" dirty="0">
                <a:solidFill>
                  <a:srgbClr val="3367D6"/>
                </a:solidFill>
                <a:effectLst/>
                <a:highlight>
                  <a:srgbClr val="FFFFFF"/>
                </a:highlight>
                <a:latin typeface="Roboto Mono" pitchFamily="49" charset="0"/>
              </a:rPr>
              <a:t>WHERE</a:t>
            </a:r>
            <a:r>
              <a:rPr lang="en-US" sz="1200" b="0" dirty="0">
                <a:solidFill>
                  <a:srgbClr val="3A474E"/>
                </a:solidFill>
                <a:effectLst/>
                <a:highlight>
                  <a:srgbClr val="FFFFFF"/>
                </a:highlight>
                <a:latin typeface="Roboto Mono" pitchFamily="49" charset="0"/>
              </a:rPr>
              <a:t> </a:t>
            </a:r>
            <a:r>
              <a:rPr lang="en-US" sz="1200" b="0" dirty="0" err="1">
                <a:solidFill>
                  <a:srgbClr val="000000"/>
                </a:solidFill>
                <a:effectLst/>
                <a:highlight>
                  <a:srgbClr val="FFFFFF"/>
                </a:highlight>
                <a:latin typeface="Roboto Mono" pitchFamily="49" charset="0"/>
              </a:rPr>
              <a:t>rank_income</a:t>
            </a:r>
            <a:r>
              <a:rPr lang="en-US" sz="1200" b="0" dirty="0">
                <a:solidFill>
                  <a:srgbClr val="3A474E"/>
                </a:solidFill>
                <a:effectLst/>
                <a:highlight>
                  <a:srgbClr val="FFFFFF"/>
                </a:highlight>
                <a:latin typeface="Roboto Mono" pitchFamily="49" charset="0"/>
              </a:rPr>
              <a:t> </a:t>
            </a:r>
            <a:r>
              <a:rPr lang="en-US" sz="1200" b="0" dirty="0">
                <a:solidFill>
                  <a:srgbClr val="37474F"/>
                </a:solidFill>
                <a:effectLst/>
                <a:highlight>
                  <a:srgbClr val="FFFFFF"/>
                </a:highlight>
                <a:latin typeface="Roboto Mono" pitchFamily="49" charset="0"/>
              </a:rPr>
              <a:t>&lt;</a:t>
            </a:r>
            <a:r>
              <a:rPr lang="en-US" sz="1200" b="0" dirty="0">
                <a:solidFill>
                  <a:srgbClr val="F4511E"/>
                </a:solidFill>
                <a:effectLst/>
                <a:highlight>
                  <a:srgbClr val="FFFFFF"/>
                </a:highlight>
                <a:latin typeface="Roboto Mono" pitchFamily="49" charset="0"/>
              </a:rPr>
              <a:t>4</a:t>
            </a:r>
            <a:r>
              <a:rPr lang="en-US" sz="1200" b="0" dirty="0">
                <a:solidFill>
                  <a:srgbClr val="3A474E"/>
                </a:solidFill>
                <a:effectLst/>
                <a:highlight>
                  <a:srgbClr val="FFFFFF"/>
                </a:highlight>
                <a:latin typeface="Roboto Mono" pitchFamily="49" charset="0"/>
              </a:rPr>
              <a:t>;</a:t>
            </a:r>
          </a:p>
          <a:p>
            <a:pPr marL="0" indent="0">
              <a:buNone/>
            </a:pPr>
            <a:r>
              <a:rPr lang="en-US" dirty="0"/>
              <a:t>Exercise: Try some different columns with this query.</a:t>
            </a:r>
          </a:p>
        </p:txBody>
      </p:sp>
    </p:spTree>
    <p:extLst>
      <p:ext uri="{BB962C8B-B14F-4D97-AF65-F5344CB8AC3E}">
        <p14:creationId xmlns:p14="http://schemas.microsoft.com/office/powerpoint/2010/main" val="319808657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7272D5-76E4-31F2-317D-4E1DEBADC1F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573328A-4395-A4D5-7CA6-77ABA3408E0F}"/>
              </a:ext>
            </a:extLst>
          </p:cNvPr>
          <p:cNvSpPr>
            <a:spLocks noGrp="1"/>
          </p:cNvSpPr>
          <p:nvPr>
            <p:ph type="title"/>
          </p:nvPr>
        </p:nvSpPr>
        <p:spPr/>
        <p:txBody>
          <a:bodyPr/>
          <a:lstStyle/>
          <a:p>
            <a:r>
              <a:rPr lang="en-US" dirty="0"/>
              <a:t>DENSE_RANK</a:t>
            </a:r>
          </a:p>
        </p:txBody>
      </p:sp>
      <p:sp>
        <p:nvSpPr>
          <p:cNvPr id="3" name="Content Placeholder 2">
            <a:extLst>
              <a:ext uri="{FF2B5EF4-FFF2-40B4-BE49-F238E27FC236}">
                <a16:creationId xmlns:a16="http://schemas.microsoft.com/office/drawing/2014/main" id="{4FBDA3E8-3AD5-62DF-16D8-1C11F3627BAC}"/>
              </a:ext>
            </a:extLst>
          </p:cNvPr>
          <p:cNvSpPr>
            <a:spLocks noGrp="1"/>
          </p:cNvSpPr>
          <p:nvPr>
            <p:ph idx="1"/>
          </p:nvPr>
        </p:nvSpPr>
        <p:spPr>
          <a:xfrm>
            <a:off x="838200" y="1794094"/>
            <a:ext cx="10515600" cy="4351338"/>
          </a:xfrm>
        </p:spPr>
        <p:txBody>
          <a:bodyPr>
            <a:normAutofit/>
          </a:bodyPr>
          <a:lstStyle/>
          <a:p>
            <a:pPr marL="0" indent="0">
              <a:buNone/>
            </a:pPr>
            <a:endParaRPr lang="en-US" sz="1800" b="0" dirty="0">
              <a:solidFill>
                <a:srgbClr val="3367D6"/>
              </a:solidFill>
              <a:effectLst/>
              <a:highlight>
                <a:srgbClr val="FFFFFF"/>
              </a:highlight>
              <a:latin typeface="Roboto Mono" pitchFamily="49" charset="0"/>
            </a:endParaRPr>
          </a:p>
          <a:p>
            <a:pPr marL="0" indent="0">
              <a:buNone/>
            </a:pPr>
            <a:r>
              <a:rPr lang="en-US" dirty="0">
                <a:highlight>
                  <a:srgbClr val="FFFFFF"/>
                </a:highlight>
              </a:rPr>
              <a:t>Here is how </a:t>
            </a:r>
            <a:r>
              <a:rPr lang="en-US" b="1" dirty="0">
                <a:highlight>
                  <a:srgbClr val="FFFFFF"/>
                </a:highlight>
              </a:rPr>
              <a:t>DENSE_RANK()</a:t>
            </a:r>
            <a:r>
              <a:rPr lang="en-US" dirty="0">
                <a:highlight>
                  <a:srgbClr val="FFFFFF"/>
                </a:highlight>
              </a:rPr>
              <a:t> solves the skipping problem.</a:t>
            </a:r>
          </a:p>
          <a:p>
            <a:pPr marL="0" indent="0">
              <a:buNone/>
            </a:pPr>
            <a:r>
              <a:rPr lang="en-US" dirty="0">
                <a:highlight>
                  <a:srgbClr val="FFFFFF"/>
                </a:highlight>
              </a:rPr>
              <a:t>Unlike RANK(), which leaves gaps after a tie, DENSE_RANK() ensures that the ranking numbers are </a:t>
            </a:r>
            <a:r>
              <a:rPr lang="en-US" b="1" dirty="0">
                <a:highlight>
                  <a:srgbClr val="FFFFFF"/>
                </a:highlight>
              </a:rPr>
              <a:t>consecutive</a:t>
            </a:r>
            <a:r>
              <a:rPr lang="en-US" dirty="0">
                <a:highlight>
                  <a:srgbClr val="FFFFFF"/>
                </a:highlight>
              </a:rPr>
              <a:t>. It leaves no gaps, meaning the next unique value will always receive the very next chronological rank.</a:t>
            </a:r>
          </a:p>
        </p:txBody>
      </p:sp>
    </p:spTree>
    <p:extLst>
      <p:ext uri="{BB962C8B-B14F-4D97-AF65-F5344CB8AC3E}">
        <p14:creationId xmlns:p14="http://schemas.microsoft.com/office/powerpoint/2010/main" val="408570921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630B3C-AF10-B67A-323B-0C3DEAE7F28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9C1A353-1522-7E2D-1A42-1731D7D29098}"/>
              </a:ext>
            </a:extLst>
          </p:cNvPr>
          <p:cNvSpPr>
            <a:spLocks noGrp="1"/>
          </p:cNvSpPr>
          <p:nvPr>
            <p:ph type="title"/>
          </p:nvPr>
        </p:nvSpPr>
        <p:spPr/>
        <p:txBody>
          <a:bodyPr/>
          <a:lstStyle/>
          <a:p>
            <a:r>
              <a:rPr lang="en-US" dirty="0"/>
              <a:t>DENSE_RANK - EXAMPLE:</a:t>
            </a:r>
          </a:p>
        </p:txBody>
      </p:sp>
      <p:sp>
        <p:nvSpPr>
          <p:cNvPr id="3" name="Content Placeholder 2">
            <a:extLst>
              <a:ext uri="{FF2B5EF4-FFF2-40B4-BE49-F238E27FC236}">
                <a16:creationId xmlns:a16="http://schemas.microsoft.com/office/drawing/2014/main" id="{FE03C0B8-B5E8-6A43-9BD3-606E59BF27DD}"/>
              </a:ext>
            </a:extLst>
          </p:cNvPr>
          <p:cNvSpPr>
            <a:spLocks noGrp="1"/>
          </p:cNvSpPr>
          <p:nvPr>
            <p:ph idx="1"/>
          </p:nvPr>
        </p:nvSpPr>
        <p:spPr>
          <a:xfrm>
            <a:off x="838200" y="1794094"/>
            <a:ext cx="10515600" cy="4351338"/>
          </a:xfrm>
        </p:spPr>
        <p:txBody>
          <a:bodyPr>
            <a:normAutofit/>
          </a:bodyPr>
          <a:lstStyle/>
          <a:p>
            <a:pPr marL="0" indent="0">
              <a:buNone/>
            </a:pPr>
            <a:endParaRPr lang="en-US" sz="1800" b="0" dirty="0">
              <a:solidFill>
                <a:srgbClr val="3367D6"/>
              </a:solidFill>
              <a:effectLst/>
              <a:highlight>
                <a:srgbClr val="FFFFFF"/>
              </a:highlight>
              <a:latin typeface="Roboto Mono" pitchFamily="49" charset="0"/>
            </a:endParaRPr>
          </a:p>
          <a:p>
            <a:pPr marL="0" indent="0">
              <a:buNone/>
            </a:pPr>
            <a:r>
              <a:rPr lang="en-US" sz="1200" dirty="0">
                <a:solidFill>
                  <a:srgbClr val="3367D6"/>
                </a:solidFill>
                <a:latin typeface="Roboto Mono" pitchFamily="49" charset="0"/>
              </a:rPr>
              <a:t>SELECT </a:t>
            </a:r>
          </a:p>
          <a:p>
            <a:pPr marL="0" indent="0">
              <a:buNone/>
            </a:pPr>
            <a:r>
              <a:rPr lang="en-US" sz="1200" dirty="0">
                <a:solidFill>
                  <a:srgbClr val="3367D6"/>
                </a:solidFill>
                <a:latin typeface="Roboto Mono" pitchFamily="49" charset="0"/>
              </a:rPr>
              <a:t>    </a:t>
            </a:r>
            <a:r>
              <a:rPr lang="en-US" sz="1200" dirty="0" err="1">
                <a:solidFill>
                  <a:srgbClr val="3367D6"/>
                </a:solidFill>
                <a:latin typeface="Roboto Mono" pitchFamily="49" charset="0"/>
              </a:rPr>
              <a:t>last_name,first_name</a:t>
            </a:r>
            <a:r>
              <a:rPr lang="en-US" sz="1200" dirty="0">
                <a:solidFill>
                  <a:srgbClr val="3367D6"/>
                </a:solidFill>
                <a:latin typeface="Roboto Mono" pitchFamily="49" charset="0"/>
              </a:rPr>
              <a:t>,</a:t>
            </a:r>
          </a:p>
          <a:p>
            <a:pPr marL="0" indent="0">
              <a:buNone/>
            </a:pPr>
            <a:r>
              <a:rPr lang="en-US" sz="1200" dirty="0">
                <a:solidFill>
                  <a:srgbClr val="3367D6"/>
                </a:solidFill>
                <a:latin typeface="Roboto Mono" pitchFamily="49" charset="0"/>
              </a:rPr>
              <a:t>    </a:t>
            </a:r>
            <a:r>
              <a:rPr lang="en-US" sz="1200" dirty="0" err="1">
                <a:solidFill>
                  <a:srgbClr val="3367D6"/>
                </a:solidFill>
                <a:latin typeface="Roboto Mono" pitchFamily="49" charset="0"/>
              </a:rPr>
              <a:t>dept_name</a:t>
            </a:r>
            <a:r>
              <a:rPr lang="en-US" sz="1200" dirty="0">
                <a:solidFill>
                  <a:srgbClr val="3367D6"/>
                </a:solidFill>
                <a:latin typeface="Roboto Mono" pitchFamily="49" charset="0"/>
              </a:rPr>
              <a:t>,</a:t>
            </a:r>
          </a:p>
          <a:p>
            <a:pPr marL="0" indent="0">
              <a:buNone/>
            </a:pPr>
            <a:r>
              <a:rPr lang="en-US" sz="1200" dirty="0">
                <a:solidFill>
                  <a:srgbClr val="3367D6"/>
                </a:solidFill>
                <a:latin typeface="Roboto Mono" pitchFamily="49" charset="0"/>
              </a:rPr>
              <a:t>    salary,</a:t>
            </a:r>
          </a:p>
          <a:p>
            <a:pPr marL="0" indent="0">
              <a:buNone/>
            </a:pPr>
            <a:r>
              <a:rPr lang="en-US" sz="1200" dirty="0">
                <a:solidFill>
                  <a:srgbClr val="3367D6"/>
                </a:solidFill>
                <a:latin typeface="Roboto Mono" pitchFamily="49" charset="0"/>
              </a:rPr>
              <a:t>   RANK() OVER(PARTITION BY </a:t>
            </a:r>
            <a:r>
              <a:rPr lang="en-US" sz="1200" dirty="0" err="1">
                <a:solidFill>
                  <a:srgbClr val="3367D6"/>
                </a:solidFill>
                <a:latin typeface="Roboto Mono" pitchFamily="49" charset="0"/>
              </a:rPr>
              <a:t>dept_name</a:t>
            </a:r>
            <a:r>
              <a:rPr lang="en-US" sz="1200" dirty="0">
                <a:solidFill>
                  <a:srgbClr val="3367D6"/>
                </a:solidFill>
                <a:latin typeface="Roboto Mono" pitchFamily="49" charset="0"/>
              </a:rPr>
              <a:t> ORDER BY salary DESC) AS </a:t>
            </a:r>
            <a:r>
              <a:rPr lang="en-US" sz="1200" dirty="0" err="1">
                <a:solidFill>
                  <a:srgbClr val="3367D6"/>
                </a:solidFill>
                <a:latin typeface="Roboto Mono" pitchFamily="49" charset="0"/>
              </a:rPr>
              <a:t>rank_num</a:t>
            </a:r>
            <a:r>
              <a:rPr lang="en-US" sz="1200" dirty="0">
                <a:solidFill>
                  <a:srgbClr val="3367D6"/>
                </a:solidFill>
                <a:latin typeface="Roboto Mono" pitchFamily="49" charset="0"/>
              </a:rPr>
              <a:t>,</a:t>
            </a:r>
          </a:p>
          <a:p>
            <a:pPr marL="0" indent="0">
              <a:buNone/>
            </a:pPr>
            <a:r>
              <a:rPr lang="en-US" sz="1200" dirty="0">
                <a:solidFill>
                  <a:srgbClr val="3367D6"/>
                </a:solidFill>
                <a:latin typeface="Roboto Mono" pitchFamily="49" charset="0"/>
              </a:rPr>
              <a:t>    -- DENSE_RANK: Assigns the same rank to ties, but does NOT skip numbers</a:t>
            </a:r>
          </a:p>
          <a:p>
            <a:pPr marL="0" indent="0">
              <a:buNone/>
            </a:pPr>
            <a:r>
              <a:rPr lang="en-US" sz="1200" dirty="0">
                <a:solidFill>
                  <a:srgbClr val="3367D6"/>
                </a:solidFill>
                <a:latin typeface="Roboto Mono" pitchFamily="49" charset="0"/>
              </a:rPr>
              <a:t>    DENSE_RANK() OVER(PARTITION BY </a:t>
            </a:r>
            <a:r>
              <a:rPr lang="en-US" sz="1200" dirty="0" err="1">
                <a:solidFill>
                  <a:srgbClr val="3367D6"/>
                </a:solidFill>
                <a:latin typeface="Roboto Mono" pitchFamily="49" charset="0"/>
              </a:rPr>
              <a:t>dept_name</a:t>
            </a:r>
            <a:r>
              <a:rPr lang="en-US" sz="1200" dirty="0">
                <a:solidFill>
                  <a:srgbClr val="3367D6"/>
                </a:solidFill>
                <a:latin typeface="Roboto Mono" pitchFamily="49" charset="0"/>
              </a:rPr>
              <a:t> ORDER BY salary DESC) AS </a:t>
            </a:r>
            <a:r>
              <a:rPr lang="en-US" sz="1200" dirty="0" err="1">
                <a:solidFill>
                  <a:srgbClr val="3367D6"/>
                </a:solidFill>
                <a:latin typeface="Roboto Mono" pitchFamily="49" charset="0"/>
              </a:rPr>
              <a:t>dense_rank_num</a:t>
            </a:r>
            <a:endParaRPr lang="en-US" sz="1200" dirty="0">
              <a:solidFill>
                <a:srgbClr val="3367D6"/>
              </a:solidFill>
              <a:latin typeface="Roboto Mono" pitchFamily="49" charset="0"/>
            </a:endParaRPr>
          </a:p>
          <a:p>
            <a:pPr marL="0" indent="0">
              <a:buNone/>
            </a:pPr>
            <a:r>
              <a:rPr lang="en-US" sz="1200" dirty="0">
                <a:solidFill>
                  <a:srgbClr val="3367D6"/>
                </a:solidFill>
                <a:latin typeface="Roboto Mono" pitchFamily="49" charset="0"/>
              </a:rPr>
              <a:t>FROM employees e</a:t>
            </a:r>
          </a:p>
          <a:p>
            <a:pPr marL="0" indent="0">
              <a:buNone/>
            </a:pPr>
            <a:r>
              <a:rPr lang="en-US" sz="1200" dirty="0">
                <a:solidFill>
                  <a:srgbClr val="3367D6"/>
                </a:solidFill>
                <a:latin typeface="Roboto Mono" pitchFamily="49" charset="0"/>
              </a:rPr>
              <a:t>JOIN departments d ON </a:t>
            </a:r>
            <a:r>
              <a:rPr lang="en-US" sz="1200" dirty="0" err="1">
                <a:solidFill>
                  <a:srgbClr val="3367D6"/>
                </a:solidFill>
                <a:latin typeface="Roboto Mono" pitchFamily="49" charset="0"/>
              </a:rPr>
              <a:t>e.dept_id</a:t>
            </a:r>
            <a:r>
              <a:rPr lang="en-US" sz="1200" dirty="0">
                <a:solidFill>
                  <a:srgbClr val="3367D6"/>
                </a:solidFill>
                <a:latin typeface="Roboto Mono" pitchFamily="49" charset="0"/>
              </a:rPr>
              <a:t>=</a:t>
            </a:r>
            <a:r>
              <a:rPr lang="en-US" sz="1200" dirty="0" err="1">
                <a:solidFill>
                  <a:srgbClr val="3367D6"/>
                </a:solidFill>
                <a:latin typeface="Roboto Mono" pitchFamily="49" charset="0"/>
              </a:rPr>
              <a:t>d.dept_id</a:t>
            </a:r>
            <a:r>
              <a:rPr lang="en-US" sz="1200" dirty="0">
                <a:solidFill>
                  <a:srgbClr val="3367D6"/>
                </a:solidFill>
                <a:latin typeface="Roboto Mono" pitchFamily="49" charset="0"/>
              </a:rPr>
              <a:t>;</a:t>
            </a:r>
            <a:endParaRPr lang="en-US" sz="1200" b="0" dirty="0">
              <a:solidFill>
                <a:srgbClr val="3A474E"/>
              </a:solidFill>
              <a:effectLst/>
              <a:highlight>
                <a:srgbClr val="FFFFFF"/>
              </a:highlight>
              <a:latin typeface="Roboto Mono" pitchFamily="49" charset="0"/>
            </a:endParaRPr>
          </a:p>
        </p:txBody>
      </p:sp>
    </p:spTree>
    <p:extLst>
      <p:ext uri="{BB962C8B-B14F-4D97-AF65-F5344CB8AC3E}">
        <p14:creationId xmlns:p14="http://schemas.microsoft.com/office/powerpoint/2010/main" val="82157207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7EE8A99-731D-7A69-A010-20E23AF14BA1}"/>
              </a:ext>
            </a:extLst>
          </p:cNvPr>
          <p:cNvSpPr>
            <a:spLocks noGrp="1"/>
          </p:cNvSpPr>
          <p:nvPr>
            <p:ph type="title"/>
          </p:nvPr>
        </p:nvSpPr>
        <p:spPr/>
        <p:txBody>
          <a:bodyPr/>
          <a:lstStyle/>
          <a:p>
            <a:r>
              <a:rPr lang="en-US" dirty="0"/>
              <a:t>DENSE_RANK - RESULT:</a:t>
            </a:r>
          </a:p>
        </p:txBody>
      </p:sp>
      <p:pic>
        <p:nvPicPr>
          <p:cNvPr id="5" name="Content Placeholder 4">
            <a:extLst>
              <a:ext uri="{FF2B5EF4-FFF2-40B4-BE49-F238E27FC236}">
                <a16:creationId xmlns:a16="http://schemas.microsoft.com/office/drawing/2014/main" id="{E556DABE-C9AE-6DE4-B215-79D540F5C879}"/>
              </a:ext>
            </a:extLst>
          </p:cNvPr>
          <p:cNvPicPr>
            <a:picLocks noGrp="1" noChangeAspect="1"/>
          </p:cNvPicPr>
          <p:nvPr>
            <p:ph idx="1"/>
          </p:nvPr>
        </p:nvPicPr>
        <p:blipFill>
          <a:blip r:embed="rId2"/>
          <a:stretch>
            <a:fillRect/>
          </a:stretch>
        </p:blipFill>
        <p:spPr>
          <a:xfrm>
            <a:off x="887643" y="2474259"/>
            <a:ext cx="10270415" cy="3098201"/>
          </a:xfrm>
          <a:prstGeom prst="rect">
            <a:avLst/>
          </a:prstGeom>
        </p:spPr>
      </p:pic>
    </p:spTree>
    <p:extLst>
      <p:ext uri="{BB962C8B-B14F-4D97-AF65-F5344CB8AC3E}">
        <p14:creationId xmlns:p14="http://schemas.microsoft.com/office/powerpoint/2010/main" val="125784714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A342BE-CDFE-A11F-581D-A31D123C46B1}"/>
              </a:ext>
            </a:extLst>
          </p:cNvPr>
          <p:cNvSpPr>
            <a:spLocks noGrp="1"/>
          </p:cNvSpPr>
          <p:nvPr>
            <p:ph type="title"/>
          </p:nvPr>
        </p:nvSpPr>
        <p:spPr/>
        <p:txBody>
          <a:bodyPr/>
          <a:lstStyle/>
          <a:p>
            <a:r>
              <a:rPr lang="en-US" dirty="0"/>
              <a:t>LAG (column, [num rows previous, default])</a:t>
            </a:r>
          </a:p>
        </p:txBody>
      </p:sp>
      <p:sp>
        <p:nvSpPr>
          <p:cNvPr id="3" name="Content Placeholder 2">
            <a:extLst>
              <a:ext uri="{FF2B5EF4-FFF2-40B4-BE49-F238E27FC236}">
                <a16:creationId xmlns:a16="http://schemas.microsoft.com/office/drawing/2014/main" id="{44413403-9579-A790-6F51-A108FF522771}"/>
              </a:ext>
            </a:extLst>
          </p:cNvPr>
          <p:cNvSpPr>
            <a:spLocks noGrp="1"/>
          </p:cNvSpPr>
          <p:nvPr>
            <p:ph idx="1"/>
          </p:nvPr>
        </p:nvSpPr>
        <p:spPr/>
        <p:txBody>
          <a:bodyPr>
            <a:normAutofit lnSpcReduction="10000"/>
          </a:bodyPr>
          <a:lstStyle/>
          <a:p>
            <a:pPr marL="0" indent="0">
              <a:buNone/>
            </a:pPr>
            <a:r>
              <a:rPr lang="en-US" sz="2400" dirty="0">
                <a:latin typeface="Arial" panose="020B0604020202020204" pitchFamily="34" charset="0"/>
                <a:cs typeface="Arial" panose="020B0604020202020204" pitchFamily="34" charset="0"/>
              </a:rPr>
              <a:t>LAG: Value in the previous row.</a:t>
            </a:r>
          </a:p>
          <a:p>
            <a:pPr marL="0" indent="0">
              <a:buNone/>
            </a:pPr>
            <a:r>
              <a:rPr lang="en-US" sz="1700" dirty="0">
                <a:latin typeface="Arial" panose="020B0604020202020204" pitchFamily="34" charset="0"/>
                <a:cs typeface="Arial" panose="020B0604020202020204" pitchFamily="34" charset="0"/>
              </a:rPr>
              <a:t>Let's see how much each employee's salary changed compared to the person ranked just below them in the same department. We will order the window by salary ASC so LAG() looks at the lower tier.</a:t>
            </a:r>
          </a:p>
          <a:p>
            <a:pPr marL="0" indent="0">
              <a:buNone/>
            </a:pPr>
            <a:r>
              <a:rPr lang="en-US" sz="1600" dirty="0">
                <a:solidFill>
                  <a:srgbClr val="3367D6"/>
                </a:solidFill>
                <a:latin typeface="Arial" panose="020B0604020202020204" pitchFamily="34" charset="0"/>
                <a:cs typeface="Arial" panose="020B0604020202020204" pitchFamily="34" charset="0"/>
              </a:rPr>
              <a:t>SELECT </a:t>
            </a:r>
          </a:p>
          <a:p>
            <a:pPr marL="0" indent="0">
              <a:buNone/>
            </a:pPr>
            <a:r>
              <a:rPr lang="en-US" sz="1600" dirty="0">
                <a:solidFill>
                  <a:srgbClr val="3367D6"/>
                </a:solidFill>
                <a:latin typeface="Arial" panose="020B0604020202020204" pitchFamily="34" charset="0"/>
                <a:cs typeface="Arial" panose="020B0604020202020204" pitchFamily="34" charset="0"/>
              </a:rPr>
              <a:t>    </a:t>
            </a:r>
            <a:r>
              <a:rPr lang="en-US" sz="1600" dirty="0" err="1">
                <a:solidFill>
                  <a:srgbClr val="3367D6"/>
                </a:solidFill>
                <a:latin typeface="Arial" panose="020B0604020202020204" pitchFamily="34" charset="0"/>
                <a:cs typeface="Arial" panose="020B0604020202020204" pitchFamily="34" charset="0"/>
              </a:rPr>
              <a:t>employee_name</a:t>
            </a:r>
            <a:r>
              <a:rPr lang="en-US" sz="1600" dirty="0">
                <a:solidFill>
                  <a:srgbClr val="3367D6"/>
                </a:solidFill>
                <a:latin typeface="Arial" panose="020B0604020202020204" pitchFamily="34" charset="0"/>
                <a:cs typeface="Arial" panose="020B0604020202020204" pitchFamily="34" charset="0"/>
              </a:rPr>
              <a:t>,</a:t>
            </a:r>
          </a:p>
          <a:p>
            <a:pPr marL="0" indent="0">
              <a:buNone/>
            </a:pPr>
            <a:r>
              <a:rPr lang="en-US" sz="1600" dirty="0">
                <a:solidFill>
                  <a:srgbClr val="3367D6"/>
                </a:solidFill>
                <a:latin typeface="Arial" panose="020B0604020202020204" pitchFamily="34" charset="0"/>
                <a:cs typeface="Arial" panose="020B0604020202020204" pitchFamily="34" charset="0"/>
              </a:rPr>
              <a:t>    department,</a:t>
            </a:r>
          </a:p>
          <a:p>
            <a:pPr marL="0" indent="0">
              <a:buNone/>
            </a:pPr>
            <a:r>
              <a:rPr lang="en-US" sz="1600" dirty="0">
                <a:solidFill>
                  <a:srgbClr val="3367D6"/>
                </a:solidFill>
                <a:latin typeface="Arial" panose="020B0604020202020204" pitchFamily="34" charset="0"/>
                <a:cs typeface="Arial" panose="020B0604020202020204" pitchFamily="34" charset="0"/>
              </a:rPr>
              <a:t>    salary,</a:t>
            </a:r>
          </a:p>
          <a:p>
            <a:pPr marL="0" indent="0">
              <a:buNone/>
            </a:pPr>
            <a:r>
              <a:rPr lang="en-US" sz="1600" dirty="0">
                <a:solidFill>
                  <a:srgbClr val="3367D6"/>
                </a:solidFill>
                <a:latin typeface="Arial" panose="020B0604020202020204" pitchFamily="34" charset="0"/>
                <a:cs typeface="Arial" panose="020B0604020202020204" pitchFamily="34" charset="0"/>
              </a:rPr>
              <a:t>    -- Fetches the salary of the previous employee in the sorted list</a:t>
            </a:r>
          </a:p>
          <a:p>
            <a:pPr marL="0" indent="0">
              <a:buNone/>
            </a:pPr>
            <a:r>
              <a:rPr lang="en-US" sz="1600" dirty="0">
                <a:solidFill>
                  <a:srgbClr val="3367D6"/>
                </a:solidFill>
                <a:latin typeface="Arial" panose="020B0604020202020204" pitchFamily="34" charset="0"/>
                <a:cs typeface="Arial" panose="020B0604020202020204" pitchFamily="34" charset="0"/>
              </a:rPr>
              <a:t>    LAG(salary, 1, 0) OVER(PARTITION BY department ORDER BY salary ASC) AS </a:t>
            </a:r>
            <a:r>
              <a:rPr lang="en-US" sz="1600" dirty="0" err="1">
                <a:solidFill>
                  <a:srgbClr val="3367D6"/>
                </a:solidFill>
                <a:latin typeface="Arial" panose="020B0604020202020204" pitchFamily="34" charset="0"/>
                <a:cs typeface="Arial" panose="020B0604020202020204" pitchFamily="34" charset="0"/>
              </a:rPr>
              <a:t>previous_lower_salary</a:t>
            </a:r>
            <a:r>
              <a:rPr lang="en-US" sz="1600" dirty="0">
                <a:solidFill>
                  <a:srgbClr val="3367D6"/>
                </a:solidFill>
                <a:latin typeface="Arial" panose="020B0604020202020204" pitchFamily="34" charset="0"/>
                <a:cs typeface="Arial" panose="020B0604020202020204" pitchFamily="34" charset="0"/>
              </a:rPr>
              <a:t>,</a:t>
            </a:r>
          </a:p>
          <a:p>
            <a:pPr marL="0" indent="0">
              <a:buNone/>
            </a:pPr>
            <a:r>
              <a:rPr lang="en-US" sz="1600" dirty="0">
                <a:solidFill>
                  <a:srgbClr val="3367D6"/>
                </a:solidFill>
                <a:latin typeface="Arial" panose="020B0604020202020204" pitchFamily="34" charset="0"/>
                <a:cs typeface="Arial" panose="020B0604020202020204" pitchFamily="34" charset="0"/>
              </a:rPr>
              <a:t>    </a:t>
            </a:r>
          </a:p>
          <a:p>
            <a:pPr marL="0" indent="0">
              <a:buNone/>
            </a:pPr>
            <a:r>
              <a:rPr lang="en-US" sz="1600" dirty="0">
                <a:solidFill>
                  <a:srgbClr val="3367D6"/>
                </a:solidFill>
                <a:latin typeface="Arial" panose="020B0604020202020204" pitchFamily="34" charset="0"/>
                <a:cs typeface="Arial" panose="020B0604020202020204" pitchFamily="34" charset="0"/>
              </a:rPr>
              <a:t>    -- Calculates the dollar difference between current and previous salary</a:t>
            </a:r>
          </a:p>
          <a:p>
            <a:pPr marL="0" indent="0">
              <a:buNone/>
            </a:pPr>
            <a:r>
              <a:rPr lang="en-US" sz="1600" dirty="0">
                <a:solidFill>
                  <a:srgbClr val="3367D6"/>
                </a:solidFill>
                <a:latin typeface="Arial" panose="020B0604020202020204" pitchFamily="34" charset="0"/>
                <a:cs typeface="Arial" panose="020B0604020202020204" pitchFamily="34" charset="0"/>
              </a:rPr>
              <a:t>    salary - LAG(salary, 1, salary) OVER(PARTITION BY department ORDER BY salary ASC) AS </a:t>
            </a:r>
            <a:r>
              <a:rPr lang="en-US" sz="1600" dirty="0" err="1">
                <a:solidFill>
                  <a:srgbClr val="3367D6"/>
                </a:solidFill>
                <a:latin typeface="Arial" panose="020B0604020202020204" pitchFamily="34" charset="0"/>
                <a:cs typeface="Arial" panose="020B0604020202020204" pitchFamily="34" charset="0"/>
              </a:rPr>
              <a:t>salary_variance</a:t>
            </a:r>
            <a:endParaRPr lang="en-US" sz="1600" dirty="0">
              <a:solidFill>
                <a:srgbClr val="3367D6"/>
              </a:solidFill>
              <a:latin typeface="Arial" panose="020B0604020202020204" pitchFamily="34" charset="0"/>
              <a:cs typeface="Arial" panose="020B0604020202020204" pitchFamily="34" charset="0"/>
            </a:endParaRPr>
          </a:p>
          <a:p>
            <a:pPr marL="0" indent="0">
              <a:buNone/>
            </a:pPr>
            <a:r>
              <a:rPr lang="en-US" sz="1600" dirty="0">
                <a:solidFill>
                  <a:srgbClr val="3367D6"/>
                </a:solidFill>
                <a:latin typeface="Arial" panose="020B0604020202020204" pitchFamily="34" charset="0"/>
                <a:cs typeface="Arial" panose="020B0604020202020204" pitchFamily="34" charset="0"/>
              </a:rPr>
              <a:t>FROM employees2;</a:t>
            </a:r>
            <a:endParaRPr lang="en-US" sz="16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67437077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7D41E4-BDED-9AE8-F89D-786AC6212A8F}"/>
              </a:ext>
            </a:extLst>
          </p:cNvPr>
          <p:cNvSpPr>
            <a:spLocks noGrp="1"/>
          </p:cNvSpPr>
          <p:nvPr>
            <p:ph type="title"/>
          </p:nvPr>
        </p:nvSpPr>
        <p:spPr/>
        <p:txBody>
          <a:bodyPr/>
          <a:lstStyle/>
          <a:p>
            <a:r>
              <a:rPr lang="en-US" dirty="0"/>
              <a:t>LAG – RESULT:</a:t>
            </a:r>
          </a:p>
        </p:txBody>
      </p:sp>
      <p:pic>
        <p:nvPicPr>
          <p:cNvPr id="5" name="Content Placeholder 4">
            <a:extLst>
              <a:ext uri="{FF2B5EF4-FFF2-40B4-BE49-F238E27FC236}">
                <a16:creationId xmlns:a16="http://schemas.microsoft.com/office/drawing/2014/main" id="{73189644-F53B-2672-5936-D23C649537E4}"/>
              </a:ext>
            </a:extLst>
          </p:cNvPr>
          <p:cNvPicPr>
            <a:picLocks noGrp="1" noChangeAspect="1"/>
          </p:cNvPicPr>
          <p:nvPr>
            <p:ph idx="1"/>
          </p:nvPr>
        </p:nvPicPr>
        <p:blipFill>
          <a:blip r:embed="rId2"/>
          <a:stretch>
            <a:fillRect/>
          </a:stretch>
        </p:blipFill>
        <p:spPr>
          <a:xfrm>
            <a:off x="838199" y="2784297"/>
            <a:ext cx="9857825" cy="2608017"/>
          </a:xfrm>
          <a:prstGeom prst="rect">
            <a:avLst/>
          </a:prstGeom>
        </p:spPr>
      </p:pic>
    </p:spTree>
    <p:extLst>
      <p:ext uri="{BB962C8B-B14F-4D97-AF65-F5344CB8AC3E}">
        <p14:creationId xmlns:p14="http://schemas.microsoft.com/office/powerpoint/2010/main" val="294469537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A342BE-CDFE-A11F-581D-A31D123C46B1}"/>
              </a:ext>
            </a:extLst>
          </p:cNvPr>
          <p:cNvSpPr>
            <a:spLocks noGrp="1"/>
          </p:cNvSpPr>
          <p:nvPr>
            <p:ph type="title"/>
          </p:nvPr>
        </p:nvSpPr>
        <p:spPr/>
        <p:txBody>
          <a:bodyPr/>
          <a:lstStyle/>
          <a:p>
            <a:r>
              <a:rPr lang="en-US" dirty="0"/>
              <a:t>LAG (column, [num rows previous, default])</a:t>
            </a:r>
          </a:p>
        </p:txBody>
      </p:sp>
      <p:sp>
        <p:nvSpPr>
          <p:cNvPr id="3" name="Content Placeholder 2">
            <a:extLst>
              <a:ext uri="{FF2B5EF4-FFF2-40B4-BE49-F238E27FC236}">
                <a16:creationId xmlns:a16="http://schemas.microsoft.com/office/drawing/2014/main" id="{44413403-9579-A790-6F51-A108FF522771}"/>
              </a:ext>
            </a:extLst>
          </p:cNvPr>
          <p:cNvSpPr>
            <a:spLocks noGrp="1"/>
          </p:cNvSpPr>
          <p:nvPr>
            <p:ph idx="1"/>
          </p:nvPr>
        </p:nvSpPr>
        <p:spPr/>
        <p:txBody>
          <a:bodyPr>
            <a:normAutofit fontScale="62500" lnSpcReduction="20000"/>
          </a:bodyPr>
          <a:lstStyle/>
          <a:p>
            <a:pPr marL="0" indent="0">
              <a:buNone/>
            </a:pPr>
            <a:r>
              <a:rPr lang="en-US" dirty="0"/>
              <a:t>LAG: Value in the previous row.</a:t>
            </a:r>
          </a:p>
          <a:p>
            <a:pPr marL="0" indent="0">
              <a:buNone/>
            </a:pPr>
            <a:endParaRPr lang="en-US" dirty="0"/>
          </a:p>
          <a:p>
            <a:pPr marL="0" indent="0">
              <a:buNone/>
            </a:pPr>
            <a:r>
              <a:rPr lang="en-US" b="0" dirty="0">
                <a:solidFill>
                  <a:srgbClr val="3367D6"/>
                </a:solidFill>
                <a:effectLst/>
                <a:highlight>
                  <a:srgbClr val="FFFFFF"/>
                </a:highlight>
                <a:latin typeface="Roboto Mono" pitchFamily="49" charset="0"/>
              </a:rPr>
              <a:t>SELECT</a:t>
            </a:r>
            <a:r>
              <a:rPr lang="en-US" b="0" dirty="0">
                <a:solidFill>
                  <a:srgbClr val="3A474E"/>
                </a:solidFill>
                <a:effectLst/>
                <a:highlight>
                  <a:srgbClr val="FFFFFF"/>
                </a:highlight>
                <a:latin typeface="Roboto Mono" pitchFamily="49" charset="0"/>
              </a:rPr>
              <a:t> </a:t>
            </a:r>
            <a:r>
              <a:rPr lang="en-US" b="0" dirty="0">
                <a:solidFill>
                  <a:srgbClr val="000000"/>
                </a:solidFill>
                <a:effectLst/>
                <a:highlight>
                  <a:srgbClr val="FFFFFF"/>
                </a:highlight>
                <a:latin typeface="Roboto Mono" pitchFamily="49" charset="0"/>
              </a:rPr>
              <a:t>PATIENT_ID</a:t>
            </a:r>
            <a:r>
              <a:rPr lang="en-US" b="0" dirty="0">
                <a:solidFill>
                  <a:srgbClr val="3A474E"/>
                </a:solidFill>
                <a:effectLst/>
                <a:highlight>
                  <a:srgbClr val="FFFFFF"/>
                </a:highlight>
                <a:latin typeface="Roboto Mono" pitchFamily="49" charset="0"/>
              </a:rPr>
              <a:t>, </a:t>
            </a:r>
            <a:r>
              <a:rPr lang="en-US" b="0" dirty="0">
                <a:solidFill>
                  <a:srgbClr val="000000"/>
                </a:solidFill>
                <a:effectLst/>
                <a:highlight>
                  <a:srgbClr val="FFFFFF"/>
                </a:highlight>
                <a:latin typeface="Roboto Mono" pitchFamily="49" charset="0"/>
              </a:rPr>
              <a:t>PATIENT_EDUCATION_ID</a:t>
            </a:r>
            <a:r>
              <a:rPr lang="en-US" b="0" dirty="0">
                <a:solidFill>
                  <a:srgbClr val="3A474E"/>
                </a:solidFill>
                <a:effectLst/>
                <a:highlight>
                  <a:srgbClr val="FFFFFF"/>
                </a:highlight>
                <a:latin typeface="Roboto Mono" pitchFamily="49" charset="0"/>
              </a:rPr>
              <a:t>, </a:t>
            </a:r>
            <a:r>
              <a:rPr lang="en-US" b="0" dirty="0">
                <a:solidFill>
                  <a:srgbClr val="000000"/>
                </a:solidFill>
                <a:effectLst/>
                <a:highlight>
                  <a:srgbClr val="FFFFFF"/>
                </a:highlight>
                <a:latin typeface="Roboto Mono" pitchFamily="49" charset="0"/>
              </a:rPr>
              <a:t>HOUSEHOLD_INCOME_PER_PERSON_AMT</a:t>
            </a:r>
            <a:r>
              <a:rPr lang="en-US" b="0" dirty="0">
                <a:solidFill>
                  <a:srgbClr val="3A474E"/>
                </a:solidFill>
                <a:effectLst/>
                <a:highlight>
                  <a:srgbClr val="FFFFFF"/>
                </a:highlight>
                <a:latin typeface="Roboto Mono" pitchFamily="49" charset="0"/>
              </a:rPr>
              <a:t>,</a:t>
            </a:r>
          </a:p>
          <a:p>
            <a:pPr marL="0" indent="0">
              <a:buNone/>
            </a:pPr>
            <a:r>
              <a:rPr lang="en-US" b="0" dirty="0">
                <a:solidFill>
                  <a:srgbClr val="3367D6"/>
                </a:solidFill>
                <a:effectLst/>
                <a:highlight>
                  <a:srgbClr val="FFFFFF"/>
                </a:highlight>
                <a:latin typeface="Roboto Mono" pitchFamily="49" charset="0"/>
              </a:rPr>
              <a:t>LAG</a:t>
            </a:r>
            <a:r>
              <a:rPr lang="en-US" b="0" dirty="0">
                <a:solidFill>
                  <a:srgbClr val="3A474E"/>
                </a:solidFill>
                <a:effectLst/>
                <a:highlight>
                  <a:srgbClr val="FFFFFF"/>
                </a:highlight>
                <a:latin typeface="Roboto Mono" pitchFamily="49" charset="0"/>
              </a:rPr>
              <a:t> </a:t>
            </a:r>
            <a:r>
              <a:rPr lang="en-US" b="0" dirty="0">
                <a:solidFill>
                  <a:srgbClr val="37474F"/>
                </a:solidFill>
                <a:effectLst/>
                <a:highlight>
                  <a:srgbClr val="FFFFFF"/>
                </a:highlight>
                <a:latin typeface="Roboto Mono" pitchFamily="49" charset="0"/>
              </a:rPr>
              <a:t>(</a:t>
            </a:r>
            <a:r>
              <a:rPr lang="en-US" b="0" dirty="0">
                <a:solidFill>
                  <a:srgbClr val="000000"/>
                </a:solidFill>
                <a:effectLst/>
                <a:highlight>
                  <a:srgbClr val="FFFFFF"/>
                </a:highlight>
                <a:latin typeface="Roboto Mono" pitchFamily="49" charset="0"/>
              </a:rPr>
              <a:t>HOUSEHOLD_INCOME_PER_PERSON_AMT</a:t>
            </a:r>
            <a:r>
              <a:rPr lang="en-US" b="0" dirty="0">
                <a:solidFill>
                  <a:srgbClr val="37474F"/>
                </a:solidFill>
                <a:effectLst/>
                <a:highlight>
                  <a:srgbClr val="FFFFFF"/>
                </a:highlight>
                <a:latin typeface="Roboto Mono" pitchFamily="49" charset="0"/>
              </a:rPr>
              <a:t>)</a:t>
            </a:r>
            <a:r>
              <a:rPr lang="en-US" b="0" dirty="0">
                <a:solidFill>
                  <a:srgbClr val="3367D6"/>
                </a:solidFill>
                <a:effectLst/>
                <a:highlight>
                  <a:srgbClr val="FFFFFF"/>
                </a:highlight>
                <a:latin typeface="Roboto Mono" pitchFamily="49" charset="0"/>
              </a:rPr>
              <a:t>OVER</a:t>
            </a:r>
            <a:r>
              <a:rPr lang="en-US" b="0" dirty="0">
                <a:solidFill>
                  <a:srgbClr val="3A474E"/>
                </a:solidFill>
                <a:effectLst/>
                <a:highlight>
                  <a:srgbClr val="FFFFFF"/>
                </a:highlight>
                <a:latin typeface="Roboto Mono" pitchFamily="49" charset="0"/>
              </a:rPr>
              <a:t> </a:t>
            </a:r>
            <a:r>
              <a:rPr lang="en-US" b="0" dirty="0">
                <a:solidFill>
                  <a:srgbClr val="37474F"/>
                </a:solidFill>
                <a:effectLst/>
                <a:highlight>
                  <a:srgbClr val="FFFFFF"/>
                </a:highlight>
                <a:latin typeface="Roboto Mono" pitchFamily="49" charset="0"/>
              </a:rPr>
              <a:t>(</a:t>
            </a:r>
            <a:r>
              <a:rPr lang="en-US" b="0" dirty="0">
                <a:solidFill>
                  <a:srgbClr val="3367D6"/>
                </a:solidFill>
                <a:effectLst/>
                <a:highlight>
                  <a:srgbClr val="FFFFFF"/>
                </a:highlight>
                <a:latin typeface="Roboto Mono" pitchFamily="49" charset="0"/>
              </a:rPr>
              <a:t>PARTITION</a:t>
            </a:r>
            <a:r>
              <a:rPr lang="en-US" b="0" dirty="0">
                <a:solidFill>
                  <a:srgbClr val="3A474E"/>
                </a:solidFill>
                <a:effectLst/>
                <a:highlight>
                  <a:srgbClr val="FFFFFF"/>
                </a:highlight>
                <a:latin typeface="Roboto Mono" pitchFamily="49" charset="0"/>
              </a:rPr>
              <a:t> </a:t>
            </a:r>
            <a:r>
              <a:rPr lang="en-US" b="0" dirty="0">
                <a:solidFill>
                  <a:srgbClr val="3367D6"/>
                </a:solidFill>
                <a:effectLst/>
                <a:highlight>
                  <a:srgbClr val="FFFFFF"/>
                </a:highlight>
                <a:latin typeface="Roboto Mono" pitchFamily="49" charset="0"/>
              </a:rPr>
              <a:t>BY</a:t>
            </a:r>
            <a:r>
              <a:rPr lang="en-US" b="0" dirty="0">
                <a:solidFill>
                  <a:srgbClr val="3A474E"/>
                </a:solidFill>
                <a:effectLst/>
                <a:highlight>
                  <a:srgbClr val="FFFFFF"/>
                </a:highlight>
                <a:latin typeface="Roboto Mono" pitchFamily="49" charset="0"/>
              </a:rPr>
              <a:t> </a:t>
            </a:r>
            <a:r>
              <a:rPr lang="en-US" b="0" dirty="0">
                <a:solidFill>
                  <a:srgbClr val="000000"/>
                </a:solidFill>
                <a:effectLst/>
                <a:highlight>
                  <a:srgbClr val="FFFFFF"/>
                </a:highlight>
                <a:latin typeface="Roboto Mono" pitchFamily="49" charset="0"/>
              </a:rPr>
              <a:t>PATIENT_EDUCATION_ID</a:t>
            </a:r>
            <a:r>
              <a:rPr lang="en-US" b="0" dirty="0">
                <a:solidFill>
                  <a:srgbClr val="3A474E"/>
                </a:solidFill>
                <a:effectLst/>
                <a:highlight>
                  <a:srgbClr val="FFFFFF"/>
                </a:highlight>
                <a:latin typeface="Roboto Mono" pitchFamily="49" charset="0"/>
              </a:rPr>
              <a:t> </a:t>
            </a:r>
            <a:r>
              <a:rPr lang="en-US" b="0" dirty="0">
                <a:solidFill>
                  <a:srgbClr val="3367D6"/>
                </a:solidFill>
                <a:effectLst/>
                <a:highlight>
                  <a:srgbClr val="FFFFFF"/>
                </a:highlight>
                <a:latin typeface="Roboto Mono" pitchFamily="49" charset="0"/>
              </a:rPr>
              <a:t>ORDER</a:t>
            </a:r>
            <a:r>
              <a:rPr lang="en-US" b="0" dirty="0">
                <a:solidFill>
                  <a:srgbClr val="3A474E"/>
                </a:solidFill>
                <a:effectLst/>
                <a:highlight>
                  <a:srgbClr val="FFFFFF"/>
                </a:highlight>
                <a:latin typeface="Roboto Mono" pitchFamily="49" charset="0"/>
              </a:rPr>
              <a:t> </a:t>
            </a:r>
            <a:r>
              <a:rPr lang="en-US" b="0" dirty="0">
                <a:solidFill>
                  <a:srgbClr val="3367D6"/>
                </a:solidFill>
                <a:effectLst/>
                <a:highlight>
                  <a:srgbClr val="FFFFFF"/>
                </a:highlight>
                <a:latin typeface="Roboto Mono" pitchFamily="49" charset="0"/>
              </a:rPr>
              <a:t>BY</a:t>
            </a:r>
            <a:r>
              <a:rPr lang="en-US" b="0" dirty="0">
                <a:solidFill>
                  <a:srgbClr val="3A474E"/>
                </a:solidFill>
                <a:effectLst/>
                <a:highlight>
                  <a:srgbClr val="FFFFFF"/>
                </a:highlight>
                <a:latin typeface="Roboto Mono" pitchFamily="49" charset="0"/>
              </a:rPr>
              <a:t> </a:t>
            </a:r>
            <a:r>
              <a:rPr lang="en-US" b="0" dirty="0">
                <a:solidFill>
                  <a:srgbClr val="000000"/>
                </a:solidFill>
                <a:effectLst/>
                <a:highlight>
                  <a:srgbClr val="FFFFFF"/>
                </a:highlight>
                <a:latin typeface="Roboto Mono" pitchFamily="49" charset="0"/>
              </a:rPr>
              <a:t>HOUSEHOLD_INCOME_PER_PERSON_AMT</a:t>
            </a:r>
            <a:r>
              <a:rPr lang="en-US" b="0" dirty="0">
                <a:solidFill>
                  <a:srgbClr val="3A474E"/>
                </a:solidFill>
                <a:effectLst/>
                <a:highlight>
                  <a:srgbClr val="FFFFFF"/>
                </a:highlight>
                <a:latin typeface="Roboto Mono" pitchFamily="49" charset="0"/>
              </a:rPr>
              <a:t> </a:t>
            </a:r>
            <a:r>
              <a:rPr lang="en-US" b="0" dirty="0">
                <a:solidFill>
                  <a:srgbClr val="3367D6"/>
                </a:solidFill>
                <a:effectLst/>
                <a:highlight>
                  <a:srgbClr val="FFFFFF"/>
                </a:highlight>
                <a:latin typeface="Roboto Mono" pitchFamily="49" charset="0"/>
              </a:rPr>
              <a:t>DESC</a:t>
            </a:r>
            <a:r>
              <a:rPr lang="en-US" b="0" dirty="0">
                <a:solidFill>
                  <a:srgbClr val="37474F"/>
                </a:solidFill>
                <a:effectLst/>
                <a:highlight>
                  <a:srgbClr val="FFFFFF"/>
                </a:highlight>
                <a:latin typeface="Roboto Mono" pitchFamily="49" charset="0"/>
              </a:rPr>
              <a:t>)</a:t>
            </a:r>
            <a:r>
              <a:rPr lang="en-US" b="0" dirty="0">
                <a:solidFill>
                  <a:srgbClr val="3A474E"/>
                </a:solidFill>
                <a:effectLst/>
                <a:highlight>
                  <a:srgbClr val="FFFFFF"/>
                </a:highlight>
                <a:latin typeface="Roboto Mono" pitchFamily="49" charset="0"/>
              </a:rPr>
              <a:t> </a:t>
            </a:r>
            <a:r>
              <a:rPr lang="en-US" b="0" dirty="0">
                <a:solidFill>
                  <a:srgbClr val="3367D6"/>
                </a:solidFill>
                <a:effectLst/>
                <a:highlight>
                  <a:srgbClr val="FFFFFF"/>
                </a:highlight>
                <a:latin typeface="Roboto Mono" pitchFamily="49" charset="0"/>
              </a:rPr>
              <a:t>AS</a:t>
            </a:r>
            <a:r>
              <a:rPr lang="en-US" b="0" dirty="0">
                <a:solidFill>
                  <a:srgbClr val="3A474E"/>
                </a:solidFill>
                <a:effectLst/>
                <a:highlight>
                  <a:srgbClr val="FFFFFF"/>
                </a:highlight>
                <a:latin typeface="Roboto Mono" pitchFamily="49" charset="0"/>
              </a:rPr>
              <a:t> </a:t>
            </a:r>
            <a:r>
              <a:rPr lang="en-US" b="0" dirty="0" err="1">
                <a:solidFill>
                  <a:srgbClr val="000000"/>
                </a:solidFill>
                <a:effectLst/>
                <a:highlight>
                  <a:srgbClr val="FFFFFF"/>
                </a:highlight>
                <a:latin typeface="Roboto Mono" pitchFamily="49" charset="0"/>
              </a:rPr>
              <a:t>prev_income</a:t>
            </a:r>
            <a:r>
              <a:rPr lang="en-US" b="0" dirty="0">
                <a:solidFill>
                  <a:srgbClr val="3A474E"/>
                </a:solidFill>
                <a:effectLst/>
                <a:highlight>
                  <a:srgbClr val="FFFFFF"/>
                </a:highlight>
                <a:latin typeface="Roboto Mono" pitchFamily="49" charset="0"/>
              </a:rPr>
              <a:t>,</a:t>
            </a:r>
          </a:p>
          <a:p>
            <a:pPr marL="0" indent="0">
              <a:buNone/>
            </a:pPr>
            <a:r>
              <a:rPr lang="en-US" b="0" dirty="0">
                <a:solidFill>
                  <a:srgbClr val="3367D6"/>
                </a:solidFill>
                <a:effectLst/>
                <a:highlight>
                  <a:srgbClr val="FFFFFF"/>
                </a:highlight>
                <a:latin typeface="Roboto Mono" pitchFamily="49" charset="0"/>
              </a:rPr>
              <a:t>AVG</a:t>
            </a:r>
            <a:r>
              <a:rPr lang="en-US" b="0" dirty="0">
                <a:solidFill>
                  <a:srgbClr val="37474F"/>
                </a:solidFill>
                <a:effectLst/>
                <a:highlight>
                  <a:srgbClr val="FFFFFF"/>
                </a:highlight>
                <a:latin typeface="Roboto Mono" pitchFamily="49" charset="0"/>
              </a:rPr>
              <a:t>(</a:t>
            </a:r>
            <a:r>
              <a:rPr lang="en-US" b="0" dirty="0">
                <a:solidFill>
                  <a:srgbClr val="000000"/>
                </a:solidFill>
                <a:effectLst/>
                <a:highlight>
                  <a:srgbClr val="FFFFFF"/>
                </a:highlight>
                <a:latin typeface="Roboto Mono" pitchFamily="49" charset="0"/>
              </a:rPr>
              <a:t>HOUSEHOLD_INCOME_PER_PERSON_AMT</a:t>
            </a:r>
            <a:r>
              <a:rPr lang="en-US" b="0" dirty="0">
                <a:solidFill>
                  <a:srgbClr val="37474F"/>
                </a:solidFill>
                <a:effectLst/>
                <a:highlight>
                  <a:srgbClr val="FFFFFF"/>
                </a:highlight>
                <a:latin typeface="Roboto Mono" pitchFamily="49" charset="0"/>
              </a:rPr>
              <a:t>)</a:t>
            </a:r>
            <a:r>
              <a:rPr lang="en-US" b="0" dirty="0">
                <a:solidFill>
                  <a:srgbClr val="3A474E"/>
                </a:solidFill>
                <a:effectLst/>
                <a:highlight>
                  <a:srgbClr val="FFFFFF"/>
                </a:highlight>
                <a:latin typeface="Roboto Mono" pitchFamily="49" charset="0"/>
              </a:rPr>
              <a:t> </a:t>
            </a:r>
            <a:r>
              <a:rPr lang="en-US" b="0" dirty="0">
                <a:solidFill>
                  <a:srgbClr val="3367D6"/>
                </a:solidFill>
                <a:effectLst/>
                <a:highlight>
                  <a:srgbClr val="FFFFFF"/>
                </a:highlight>
                <a:latin typeface="Roboto Mono" pitchFamily="49" charset="0"/>
              </a:rPr>
              <a:t>OVER</a:t>
            </a:r>
            <a:r>
              <a:rPr lang="en-US" b="0" dirty="0">
                <a:solidFill>
                  <a:srgbClr val="3A474E"/>
                </a:solidFill>
                <a:effectLst/>
                <a:highlight>
                  <a:srgbClr val="FFFFFF"/>
                </a:highlight>
                <a:latin typeface="Roboto Mono" pitchFamily="49" charset="0"/>
              </a:rPr>
              <a:t> </a:t>
            </a:r>
            <a:r>
              <a:rPr lang="en-US" b="0" dirty="0">
                <a:solidFill>
                  <a:srgbClr val="37474F"/>
                </a:solidFill>
                <a:effectLst/>
                <a:highlight>
                  <a:srgbClr val="FFFFFF"/>
                </a:highlight>
                <a:latin typeface="Roboto Mono" pitchFamily="49" charset="0"/>
              </a:rPr>
              <a:t>(</a:t>
            </a:r>
            <a:r>
              <a:rPr lang="en-US" b="0" dirty="0">
                <a:solidFill>
                  <a:srgbClr val="3367D6"/>
                </a:solidFill>
                <a:effectLst/>
                <a:highlight>
                  <a:srgbClr val="FFFFFF"/>
                </a:highlight>
                <a:latin typeface="Roboto Mono" pitchFamily="49" charset="0"/>
              </a:rPr>
              <a:t>PARTITION</a:t>
            </a:r>
            <a:r>
              <a:rPr lang="en-US" b="0" dirty="0">
                <a:solidFill>
                  <a:srgbClr val="3A474E"/>
                </a:solidFill>
                <a:effectLst/>
                <a:highlight>
                  <a:srgbClr val="FFFFFF"/>
                </a:highlight>
                <a:latin typeface="Roboto Mono" pitchFamily="49" charset="0"/>
              </a:rPr>
              <a:t> </a:t>
            </a:r>
            <a:r>
              <a:rPr lang="en-US" b="0" dirty="0">
                <a:solidFill>
                  <a:srgbClr val="3367D6"/>
                </a:solidFill>
                <a:effectLst/>
                <a:highlight>
                  <a:srgbClr val="FFFFFF"/>
                </a:highlight>
                <a:latin typeface="Roboto Mono" pitchFamily="49" charset="0"/>
              </a:rPr>
              <a:t>BY</a:t>
            </a:r>
            <a:r>
              <a:rPr lang="en-US" b="0" dirty="0">
                <a:solidFill>
                  <a:srgbClr val="3A474E"/>
                </a:solidFill>
                <a:effectLst/>
                <a:highlight>
                  <a:srgbClr val="FFFFFF"/>
                </a:highlight>
                <a:latin typeface="Roboto Mono" pitchFamily="49" charset="0"/>
              </a:rPr>
              <a:t> </a:t>
            </a:r>
            <a:r>
              <a:rPr lang="en-US" b="0" dirty="0">
                <a:solidFill>
                  <a:srgbClr val="000000"/>
                </a:solidFill>
                <a:effectLst/>
                <a:highlight>
                  <a:srgbClr val="FFFFFF"/>
                </a:highlight>
                <a:latin typeface="Roboto Mono" pitchFamily="49" charset="0"/>
              </a:rPr>
              <a:t>PATIENT_EDUCATION_ID</a:t>
            </a:r>
            <a:r>
              <a:rPr lang="en-US" b="0" dirty="0">
                <a:solidFill>
                  <a:srgbClr val="3A474E"/>
                </a:solidFill>
                <a:effectLst/>
                <a:highlight>
                  <a:srgbClr val="FFFFFF"/>
                </a:highlight>
                <a:latin typeface="Roboto Mono" pitchFamily="49" charset="0"/>
              </a:rPr>
              <a:t> </a:t>
            </a:r>
            <a:r>
              <a:rPr lang="en-US" b="0" dirty="0">
                <a:solidFill>
                  <a:srgbClr val="3367D6"/>
                </a:solidFill>
                <a:effectLst/>
                <a:highlight>
                  <a:srgbClr val="FFFFFF"/>
                </a:highlight>
                <a:latin typeface="Roboto Mono" pitchFamily="49" charset="0"/>
              </a:rPr>
              <a:t>ORDER</a:t>
            </a:r>
            <a:r>
              <a:rPr lang="en-US" b="0" dirty="0">
                <a:solidFill>
                  <a:srgbClr val="3A474E"/>
                </a:solidFill>
                <a:effectLst/>
                <a:highlight>
                  <a:srgbClr val="FFFFFF"/>
                </a:highlight>
                <a:latin typeface="Roboto Mono" pitchFamily="49" charset="0"/>
              </a:rPr>
              <a:t> </a:t>
            </a:r>
            <a:r>
              <a:rPr lang="en-US" b="0" dirty="0">
                <a:solidFill>
                  <a:srgbClr val="3367D6"/>
                </a:solidFill>
                <a:effectLst/>
                <a:highlight>
                  <a:srgbClr val="FFFFFF"/>
                </a:highlight>
                <a:latin typeface="Roboto Mono" pitchFamily="49" charset="0"/>
              </a:rPr>
              <a:t>BY</a:t>
            </a:r>
            <a:r>
              <a:rPr lang="en-US" b="0" dirty="0">
                <a:solidFill>
                  <a:srgbClr val="3A474E"/>
                </a:solidFill>
                <a:effectLst/>
                <a:highlight>
                  <a:srgbClr val="FFFFFF"/>
                </a:highlight>
                <a:latin typeface="Roboto Mono" pitchFamily="49" charset="0"/>
              </a:rPr>
              <a:t> </a:t>
            </a:r>
            <a:r>
              <a:rPr lang="en-US" b="0" dirty="0">
                <a:solidFill>
                  <a:srgbClr val="000000"/>
                </a:solidFill>
                <a:effectLst/>
                <a:highlight>
                  <a:srgbClr val="FFFFFF"/>
                </a:highlight>
                <a:latin typeface="Roboto Mono" pitchFamily="49" charset="0"/>
              </a:rPr>
              <a:t>HOUSEHOLD_INCOME_PER_PERSON_AMT</a:t>
            </a:r>
            <a:r>
              <a:rPr lang="en-US" b="0" dirty="0">
                <a:solidFill>
                  <a:srgbClr val="3A474E"/>
                </a:solidFill>
                <a:effectLst/>
                <a:highlight>
                  <a:srgbClr val="FFFFFF"/>
                </a:highlight>
                <a:latin typeface="Roboto Mono" pitchFamily="49" charset="0"/>
              </a:rPr>
              <a:t> </a:t>
            </a:r>
            <a:r>
              <a:rPr lang="en-US" b="0" dirty="0">
                <a:solidFill>
                  <a:srgbClr val="3367D6"/>
                </a:solidFill>
                <a:effectLst/>
                <a:highlight>
                  <a:srgbClr val="FFFFFF"/>
                </a:highlight>
                <a:latin typeface="Roboto Mono" pitchFamily="49" charset="0"/>
              </a:rPr>
              <a:t>DESC</a:t>
            </a:r>
            <a:r>
              <a:rPr lang="en-US" b="0" dirty="0">
                <a:solidFill>
                  <a:srgbClr val="37474F"/>
                </a:solidFill>
                <a:effectLst/>
                <a:highlight>
                  <a:srgbClr val="FFFFFF"/>
                </a:highlight>
                <a:latin typeface="Roboto Mono" pitchFamily="49" charset="0"/>
              </a:rPr>
              <a:t>)</a:t>
            </a:r>
            <a:r>
              <a:rPr lang="en-US" b="0" dirty="0">
                <a:solidFill>
                  <a:srgbClr val="3A474E"/>
                </a:solidFill>
                <a:effectLst/>
                <a:highlight>
                  <a:srgbClr val="FFFFFF"/>
                </a:highlight>
                <a:latin typeface="Roboto Mono" pitchFamily="49" charset="0"/>
              </a:rPr>
              <a:t> </a:t>
            </a:r>
            <a:r>
              <a:rPr lang="en-US" b="0" dirty="0">
                <a:solidFill>
                  <a:srgbClr val="3367D6"/>
                </a:solidFill>
                <a:effectLst/>
                <a:highlight>
                  <a:srgbClr val="FFFFFF"/>
                </a:highlight>
                <a:latin typeface="Roboto Mono" pitchFamily="49" charset="0"/>
              </a:rPr>
              <a:t>AS</a:t>
            </a:r>
            <a:r>
              <a:rPr lang="en-US" b="0" dirty="0">
                <a:solidFill>
                  <a:srgbClr val="3A474E"/>
                </a:solidFill>
                <a:effectLst/>
                <a:highlight>
                  <a:srgbClr val="FFFFFF"/>
                </a:highlight>
                <a:latin typeface="Roboto Mono" pitchFamily="49" charset="0"/>
              </a:rPr>
              <a:t> </a:t>
            </a:r>
            <a:r>
              <a:rPr lang="en-US" b="0" dirty="0" err="1">
                <a:solidFill>
                  <a:srgbClr val="000000"/>
                </a:solidFill>
                <a:effectLst/>
                <a:highlight>
                  <a:srgbClr val="FFFFFF"/>
                </a:highlight>
                <a:latin typeface="Roboto Mono" pitchFamily="49" charset="0"/>
              </a:rPr>
              <a:t>avg_income</a:t>
            </a:r>
            <a:r>
              <a:rPr lang="en-US" b="0" dirty="0">
                <a:solidFill>
                  <a:srgbClr val="3A474E"/>
                </a:solidFill>
                <a:effectLst/>
                <a:highlight>
                  <a:srgbClr val="FFFFFF"/>
                </a:highlight>
                <a:latin typeface="Roboto Mono" pitchFamily="49" charset="0"/>
              </a:rPr>
              <a:t>, </a:t>
            </a:r>
          </a:p>
          <a:p>
            <a:pPr marL="0" indent="0">
              <a:buNone/>
            </a:pPr>
            <a:r>
              <a:rPr lang="en-US" b="0" dirty="0">
                <a:solidFill>
                  <a:srgbClr val="3367D6"/>
                </a:solidFill>
                <a:effectLst/>
                <a:highlight>
                  <a:srgbClr val="FFFFFF"/>
                </a:highlight>
                <a:latin typeface="Roboto Mono" pitchFamily="49" charset="0"/>
              </a:rPr>
              <a:t>ROW_NUMBER</a:t>
            </a:r>
            <a:r>
              <a:rPr lang="en-US" b="0" dirty="0">
                <a:solidFill>
                  <a:srgbClr val="37474F"/>
                </a:solidFill>
                <a:effectLst/>
                <a:highlight>
                  <a:srgbClr val="FFFFFF"/>
                </a:highlight>
                <a:latin typeface="Roboto Mono" pitchFamily="49" charset="0"/>
              </a:rPr>
              <a:t>()</a:t>
            </a:r>
            <a:r>
              <a:rPr lang="en-US" b="0" dirty="0">
                <a:solidFill>
                  <a:srgbClr val="3A474E"/>
                </a:solidFill>
                <a:effectLst/>
                <a:highlight>
                  <a:srgbClr val="FFFFFF"/>
                </a:highlight>
                <a:latin typeface="Roboto Mono" pitchFamily="49" charset="0"/>
              </a:rPr>
              <a:t> </a:t>
            </a:r>
            <a:r>
              <a:rPr lang="en-US" b="0" dirty="0">
                <a:solidFill>
                  <a:srgbClr val="3367D6"/>
                </a:solidFill>
                <a:effectLst/>
                <a:highlight>
                  <a:srgbClr val="FFFFFF"/>
                </a:highlight>
                <a:latin typeface="Roboto Mono" pitchFamily="49" charset="0"/>
              </a:rPr>
              <a:t>OVER</a:t>
            </a:r>
            <a:r>
              <a:rPr lang="en-US" b="0" dirty="0">
                <a:solidFill>
                  <a:srgbClr val="3A474E"/>
                </a:solidFill>
                <a:effectLst/>
                <a:highlight>
                  <a:srgbClr val="FFFFFF"/>
                </a:highlight>
                <a:latin typeface="Roboto Mono" pitchFamily="49" charset="0"/>
              </a:rPr>
              <a:t> </a:t>
            </a:r>
            <a:r>
              <a:rPr lang="en-US" b="0" dirty="0">
                <a:solidFill>
                  <a:srgbClr val="37474F"/>
                </a:solidFill>
                <a:effectLst/>
                <a:highlight>
                  <a:srgbClr val="FFFFFF"/>
                </a:highlight>
                <a:latin typeface="Roboto Mono" pitchFamily="49" charset="0"/>
              </a:rPr>
              <a:t>(</a:t>
            </a:r>
            <a:r>
              <a:rPr lang="en-US" b="0" dirty="0">
                <a:solidFill>
                  <a:srgbClr val="3367D6"/>
                </a:solidFill>
                <a:effectLst/>
                <a:highlight>
                  <a:srgbClr val="FFFFFF"/>
                </a:highlight>
                <a:latin typeface="Roboto Mono" pitchFamily="49" charset="0"/>
              </a:rPr>
              <a:t>PARTITION</a:t>
            </a:r>
            <a:r>
              <a:rPr lang="en-US" b="0" dirty="0">
                <a:solidFill>
                  <a:srgbClr val="3A474E"/>
                </a:solidFill>
                <a:effectLst/>
                <a:highlight>
                  <a:srgbClr val="FFFFFF"/>
                </a:highlight>
                <a:latin typeface="Roboto Mono" pitchFamily="49" charset="0"/>
              </a:rPr>
              <a:t> </a:t>
            </a:r>
            <a:r>
              <a:rPr lang="en-US" b="0" dirty="0">
                <a:solidFill>
                  <a:srgbClr val="3367D6"/>
                </a:solidFill>
                <a:effectLst/>
                <a:highlight>
                  <a:srgbClr val="FFFFFF"/>
                </a:highlight>
                <a:latin typeface="Roboto Mono" pitchFamily="49" charset="0"/>
              </a:rPr>
              <a:t>BY</a:t>
            </a:r>
            <a:r>
              <a:rPr lang="en-US" b="0" dirty="0">
                <a:solidFill>
                  <a:srgbClr val="3A474E"/>
                </a:solidFill>
                <a:effectLst/>
                <a:highlight>
                  <a:srgbClr val="FFFFFF"/>
                </a:highlight>
                <a:latin typeface="Roboto Mono" pitchFamily="49" charset="0"/>
              </a:rPr>
              <a:t> </a:t>
            </a:r>
            <a:r>
              <a:rPr lang="en-US" b="0" dirty="0">
                <a:solidFill>
                  <a:srgbClr val="000000"/>
                </a:solidFill>
                <a:effectLst/>
                <a:highlight>
                  <a:srgbClr val="FFFFFF"/>
                </a:highlight>
                <a:latin typeface="Roboto Mono" pitchFamily="49" charset="0"/>
              </a:rPr>
              <a:t>PATIENT_EDUCATION_ID</a:t>
            </a:r>
            <a:r>
              <a:rPr lang="en-US" b="0" dirty="0">
                <a:solidFill>
                  <a:srgbClr val="3A474E"/>
                </a:solidFill>
                <a:effectLst/>
                <a:highlight>
                  <a:srgbClr val="FFFFFF"/>
                </a:highlight>
                <a:latin typeface="Roboto Mono" pitchFamily="49" charset="0"/>
              </a:rPr>
              <a:t> </a:t>
            </a:r>
            <a:r>
              <a:rPr lang="en-US" b="0" dirty="0">
                <a:solidFill>
                  <a:srgbClr val="3367D6"/>
                </a:solidFill>
                <a:effectLst/>
                <a:highlight>
                  <a:srgbClr val="FFFFFF"/>
                </a:highlight>
                <a:latin typeface="Roboto Mono" pitchFamily="49" charset="0"/>
              </a:rPr>
              <a:t>ORDER</a:t>
            </a:r>
            <a:r>
              <a:rPr lang="en-US" b="0" dirty="0">
                <a:solidFill>
                  <a:srgbClr val="3A474E"/>
                </a:solidFill>
                <a:effectLst/>
                <a:highlight>
                  <a:srgbClr val="FFFFFF"/>
                </a:highlight>
                <a:latin typeface="Roboto Mono" pitchFamily="49" charset="0"/>
              </a:rPr>
              <a:t> </a:t>
            </a:r>
            <a:r>
              <a:rPr lang="en-US" b="0" dirty="0">
                <a:solidFill>
                  <a:srgbClr val="3367D6"/>
                </a:solidFill>
                <a:effectLst/>
                <a:highlight>
                  <a:srgbClr val="FFFFFF"/>
                </a:highlight>
                <a:latin typeface="Roboto Mono" pitchFamily="49" charset="0"/>
              </a:rPr>
              <a:t>BY</a:t>
            </a:r>
            <a:r>
              <a:rPr lang="en-US" b="0" dirty="0">
                <a:solidFill>
                  <a:srgbClr val="3A474E"/>
                </a:solidFill>
                <a:effectLst/>
                <a:highlight>
                  <a:srgbClr val="FFFFFF"/>
                </a:highlight>
                <a:latin typeface="Roboto Mono" pitchFamily="49" charset="0"/>
              </a:rPr>
              <a:t> </a:t>
            </a:r>
            <a:r>
              <a:rPr lang="en-US" b="0" dirty="0">
                <a:solidFill>
                  <a:srgbClr val="000000"/>
                </a:solidFill>
                <a:effectLst/>
                <a:highlight>
                  <a:srgbClr val="FFFFFF"/>
                </a:highlight>
                <a:latin typeface="Roboto Mono" pitchFamily="49" charset="0"/>
              </a:rPr>
              <a:t>HOUSEHOLD_INCOME_PER_PERSON_AMT</a:t>
            </a:r>
            <a:r>
              <a:rPr lang="en-US" b="0" dirty="0">
                <a:solidFill>
                  <a:srgbClr val="3A474E"/>
                </a:solidFill>
                <a:effectLst/>
                <a:highlight>
                  <a:srgbClr val="FFFFFF"/>
                </a:highlight>
                <a:latin typeface="Roboto Mono" pitchFamily="49" charset="0"/>
              </a:rPr>
              <a:t> </a:t>
            </a:r>
            <a:r>
              <a:rPr lang="en-US" b="0" dirty="0">
                <a:solidFill>
                  <a:srgbClr val="3367D6"/>
                </a:solidFill>
                <a:effectLst/>
                <a:highlight>
                  <a:srgbClr val="FFFFFF"/>
                </a:highlight>
                <a:latin typeface="Roboto Mono" pitchFamily="49" charset="0"/>
              </a:rPr>
              <a:t>DESC</a:t>
            </a:r>
            <a:r>
              <a:rPr lang="en-US" b="0" dirty="0">
                <a:solidFill>
                  <a:srgbClr val="37474F"/>
                </a:solidFill>
                <a:effectLst/>
                <a:highlight>
                  <a:srgbClr val="FFFFFF"/>
                </a:highlight>
                <a:latin typeface="Roboto Mono" pitchFamily="49" charset="0"/>
              </a:rPr>
              <a:t>)</a:t>
            </a:r>
            <a:r>
              <a:rPr lang="en-US" b="0" dirty="0">
                <a:solidFill>
                  <a:srgbClr val="3A474E"/>
                </a:solidFill>
                <a:effectLst/>
                <a:highlight>
                  <a:srgbClr val="FFFFFF"/>
                </a:highlight>
                <a:latin typeface="Roboto Mono" pitchFamily="49" charset="0"/>
              </a:rPr>
              <a:t> </a:t>
            </a:r>
            <a:r>
              <a:rPr lang="en-US" b="0" dirty="0">
                <a:solidFill>
                  <a:srgbClr val="3367D6"/>
                </a:solidFill>
                <a:effectLst/>
                <a:highlight>
                  <a:srgbClr val="FFFFFF"/>
                </a:highlight>
                <a:latin typeface="Roboto Mono" pitchFamily="49" charset="0"/>
              </a:rPr>
              <a:t>AS</a:t>
            </a:r>
            <a:r>
              <a:rPr lang="en-US" b="0" dirty="0">
                <a:solidFill>
                  <a:srgbClr val="3A474E"/>
                </a:solidFill>
                <a:effectLst/>
                <a:highlight>
                  <a:srgbClr val="FFFFFF"/>
                </a:highlight>
                <a:latin typeface="Roboto Mono" pitchFamily="49" charset="0"/>
              </a:rPr>
              <a:t> </a:t>
            </a:r>
            <a:r>
              <a:rPr lang="en-US" b="0" dirty="0" err="1">
                <a:solidFill>
                  <a:srgbClr val="000000"/>
                </a:solidFill>
                <a:effectLst/>
                <a:highlight>
                  <a:srgbClr val="FFFFFF"/>
                </a:highlight>
                <a:latin typeface="Roboto Mono" pitchFamily="49" charset="0"/>
              </a:rPr>
              <a:t>row_num</a:t>
            </a:r>
            <a:r>
              <a:rPr lang="en-US" b="0" dirty="0">
                <a:solidFill>
                  <a:srgbClr val="3A474E"/>
                </a:solidFill>
                <a:effectLst/>
                <a:highlight>
                  <a:srgbClr val="FFFFFF"/>
                </a:highlight>
                <a:latin typeface="Roboto Mono" pitchFamily="49" charset="0"/>
              </a:rPr>
              <a:t>,</a:t>
            </a:r>
          </a:p>
          <a:p>
            <a:pPr marL="0" indent="0">
              <a:buNone/>
            </a:pPr>
            <a:r>
              <a:rPr lang="en-US" b="0" dirty="0">
                <a:solidFill>
                  <a:srgbClr val="3367D6"/>
                </a:solidFill>
                <a:effectLst/>
                <a:highlight>
                  <a:srgbClr val="FFFFFF"/>
                </a:highlight>
                <a:latin typeface="Roboto Mono" pitchFamily="49" charset="0"/>
              </a:rPr>
              <a:t>RANK</a:t>
            </a:r>
            <a:r>
              <a:rPr lang="en-US" b="0" dirty="0">
                <a:solidFill>
                  <a:srgbClr val="37474F"/>
                </a:solidFill>
                <a:effectLst/>
                <a:highlight>
                  <a:srgbClr val="FFFFFF"/>
                </a:highlight>
                <a:latin typeface="Roboto Mono" pitchFamily="49" charset="0"/>
              </a:rPr>
              <a:t>()</a:t>
            </a:r>
            <a:r>
              <a:rPr lang="en-US" b="0" dirty="0">
                <a:solidFill>
                  <a:srgbClr val="3A474E"/>
                </a:solidFill>
                <a:effectLst/>
                <a:highlight>
                  <a:srgbClr val="FFFFFF"/>
                </a:highlight>
                <a:latin typeface="Roboto Mono" pitchFamily="49" charset="0"/>
              </a:rPr>
              <a:t> </a:t>
            </a:r>
            <a:r>
              <a:rPr lang="en-US" b="0" dirty="0">
                <a:solidFill>
                  <a:srgbClr val="3367D6"/>
                </a:solidFill>
                <a:effectLst/>
                <a:highlight>
                  <a:srgbClr val="FFFFFF"/>
                </a:highlight>
                <a:latin typeface="Roboto Mono" pitchFamily="49" charset="0"/>
              </a:rPr>
              <a:t>OVER</a:t>
            </a:r>
            <a:r>
              <a:rPr lang="en-US" b="0" dirty="0">
                <a:solidFill>
                  <a:srgbClr val="3A474E"/>
                </a:solidFill>
                <a:effectLst/>
                <a:highlight>
                  <a:srgbClr val="FFFFFF"/>
                </a:highlight>
                <a:latin typeface="Roboto Mono" pitchFamily="49" charset="0"/>
              </a:rPr>
              <a:t> </a:t>
            </a:r>
            <a:r>
              <a:rPr lang="en-US" b="0" dirty="0">
                <a:solidFill>
                  <a:srgbClr val="37474F"/>
                </a:solidFill>
                <a:effectLst/>
                <a:highlight>
                  <a:srgbClr val="FFFFFF"/>
                </a:highlight>
                <a:latin typeface="Roboto Mono" pitchFamily="49" charset="0"/>
              </a:rPr>
              <a:t>(</a:t>
            </a:r>
            <a:r>
              <a:rPr lang="en-US" b="0" dirty="0">
                <a:solidFill>
                  <a:srgbClr val="3367D6"/>
                </a:solidFill>
                <a:effectLst/>
                <a:highlight>
                  <a:srgbClr val="FFFFFF"/>
                </a:highlight>
                <a:latin typeface="Roboto Mono" pitchFamily="49" charset="0"/>
              </a:rPr>
              <a:t>PARTITION</a:t>
            </a:r>
            <a:r>
              <a:rPr lang="en-US" b="0" dirty="0">
                <a:solidFill>
                  <a:srgbClr val="3A474E"/>
                </a:solidFill>
                <a:effectLst/>
                <a:highlight>
                  <a:srgbClr val="FFFFFF"/>
                </a:highlight>
                <a:latin typeface="Roboto Mono" pitchFamily="49" charset="0"/>
              </a:rPr>
              <a:t> </a:t>
            </a:r>
            <a:r>
              <a:rPr lang="en-US" b="0" dirty="0">
                <a:solidFill>
                  <a:srgbClr val="3367D6"/>
                </a:solidFill>
                <a:effectLst/>
                <a:highlight>
                  <a:srgbClr val="FFFFFF"/>
                </a:highlight>
                <a:latin typeface="Roboto Mono" pitchFamily="49" charset="0"/>
              </a:rPr>
              <a:t>BY</a:t>
            </a:r>
            <a:r>
              <a:rPr lang="en-US" b="0" dirty="0">
                <a:solidFill>
                  <a:srgbClr val="3A474E"/>
                </a:solidFill>
                <a:effectLst/>
                <a:highlight>
                  <a:srgbClr val="FFFFFF"/>
                </a:highlight>
                <a:latin typeface="Roboto Mono" pitchFamily="49" charset="0"/>
              </a:rPr>
              <a:t> </a:t>
            </a:r>
            <a:r>
              <a:rPr lang="en-US" b="0" dirty="0">
                <a:solidFill>
                  <a:srgbClr val="000000"/>
                </a:solidFill>
                <a:effectLst/>
                <a:highlight>
                  <a:srgbClr val="FFFFFF"/>
                </a:highlight>
                <a:latin typeface="Roboto Mono" pitchFamily="49" charset="0"/>
              </a:rPr>
              <a:t>PATIENT_EDUCATION_ID</a:t>
            </a:r>
            <a:r>
              <a:rPr lang="en-US" b="0" dirty="0">
                <a:solidFill>
                  <a:srgbClr val="3A474E"/>
                </a:solidFill>
                <a:effectLst/>
                <a:highlight>
                  <a:srgbClr val="FFFFFF"/>
                </a:highlight>
                <a:latin typeface="Roboto Mono" pitchFamily="49" charset="0"/>
              </a:rPr>
              <a:t> </a:t>
            </a:r>
            <a:r>
              <a:rPr lang="en-US" b="0" dirty="0">
                <a:solidFill>
                  <a:srgbClr val="3367D6"/>
                </a:solidFill>
                <a:effectLst/>
                <a:highlight>
                  <a:srgbClr val="FFFFFF"/>
                </a:highlight>
                <a:latin typeface="Roboto Mono" pitchFamily="49" charset="0"/>
              </a:rPr>
              <a:t>ORDER</a:t>
            </a:r>
            <a:r>
              <a:rPr lang="en-US" b="0" dirty="0">
                <a:solidFill>
                  <a:srgbClr val="3A474E"/>
                </a:solidFill>
                <a:effectLst/>
                <a:highlight>
                  <a:srgbClr val="FFFFFF"/>
                </a:highlight>
                <a:latin typeface="Roboto Mono" pitchFamily="49" charset="0"/>
              </a:rPr>
              <a:t> </a:t>
            </a:r>
            <a:r>
              <a:rPr lang="en-US" b="0" dirty="0">
                <a:solidFill>
                  <a:srgbClr val="3367D6"/>
                </a:solidFill>
                <a:effectLst/>
                <a:highlight>
                  <a:srgbClr val="FFFFFF"/>
                </a:highlight>
                <a:latin typeface="Roboto Mono" pitchFamily="49" charset="0"/>
              </a:rPr>
              <a:t>BY</a:t>
            </a:r>
            <a:r>
              <a:rPr lang="en-US" b="0" dirty="0">
                <a:solidFill>
                  <a:srgbClr val="3A474E"/>
                </a:solidFill>
                <a:effectLst/>
                <a:highlight>
                  <a:srgbClr val="FFFFFF"/>
                </a:highlight>
                <a:latin typeface="Roboto Mono" pitchFamily="49" charset="0"/>
              </a:rPr>
              <a:t> </a:t>
            </a:r>
            <a:r>
              <a:rPr lang="en-US" b="0" dirty="0">
                <a:solidFill>
                  <a:srgbClr val="000000"/>
                </a:solidFill>
                <a:effectLst/>
                <a:highlight>
                  <a:srgbClr val="FFFFFF"/>
                </a:highlight>
                <a:latin typeface="Roboto Mono" pitchFamily="49" charset="0"/>
              </a:rPr>
              <a:t>HOUSEHOLD_INCOME_PER_PERSON_AMT</a:t>
            </a:r>
            <a:r>
              <a:rPr lang="en-US" b="0" dirty="0">
                <a:solidFill>
                  <a:srgbClr val="3A474E"/>
                </a:solidFill>
                <a:effectLst/>
                <a:highlight>
                  <a:srgbClr val="FFFFFF"/>
                </a:highlight>
                <a:latin typeface="Roboto Mono" pitchFamily="49" charset="0"/>
              </a:rPr>
              <a:t> </a:t>
            </a:r>
            <a:r>
              <a:rPr lang="en-US" b="0" dirty="0">
                <a:solidFill>
                  <a:srgbClr val="3367D6"/>
                </a:solidFill>
                <a:effectLst/>
                <a:highlight>
                  <a:srgbClr val="FFFFFF"/>
                </a:highlight>
                <a:latin typeface="Roboto Mono" pitchFamily="49" charset="0"/>
              </a:rPr>
              <a:t>DESC</a:t>
            </a:r>
            <a:r>
              <a:rPr lang="en-US" b="0" dirty="0">
                <a:solidFill>
                  <a:srgbClr val="37474F"/>
                </a:solidFill>
                <a:effectLst/>
                <a:highlight>
                  <a:srgbClr val="FFFFFF"/>
                </a:highlight>
                <a:latin typeface="Roboto Mono" pitchFamily="49" charset="0"/>
              </a:rPr>
              <a:t>)</a:t>
            </a:r>
            <a:r>
              <a:rPr lang="en-US" b="0" dirty="0">
                <a:solidFill>
                  <a:srgbClr val="3A474E"/>
                </a:solidFill>
                <a:effectLst/>
                <a:highlight>
                  <a:srgbClr val="FFFFFF"/>
                </a:highlight>
                <a:latin typeface="Roboto Mono" pitchFamily="49" charset="0"/>
              </a:rPr>
              <a:t> </a:t>
            </a:r>
            <a:r>
              <a:rPr lang="en-US" b="0" dirty="0">
                <a:solidFill>
                  <a:srgbClr val="3367D6"/>
                </a:solidFill>
                <a:effectLst/>
                <a:highlight>
                  <a:srgbClr val="FFFFFF"/>
                </a:highlight>
                <a:latin typeface="Roboto Mono" pitchFamily="49" charset="0"/>
              </a:rPr>
              <a:t>AS</a:t>
            </a:r>
            <a:r>
              <a:rPr lang="en-US" b="0" dirty="0">
                <a:solidFill>
                  <a:srgbClr val="3A474E"/>
                </a:solidFill>
                <a:effectLst/>
                <a:highlight>
                  <a:srgbClr val="FFFFFF"/>
                </a:highlight>
                <a:latin typeface="Roboto Mono" pitchFamily="49" charset="0"/>
              </a:rPr>
              <a:t> </a:t>
            </a:r>
            <a:r>
              <a:rPr lang="en-US" b="0" dirty="0" err="1">
                <a:solidFill>
                  <a:srgbClr val="000000"/>
                </a:solidFill>
                <a:effectLst/>
                <a:highlight>
                  <a:srgbClr val="FFFFFF"/>
                </a:highlight>
                <a:latin typeface="Roboto Mono" pitchFamily="49" charset="0"/>
              </a:rPr>
              <a:t>rank_income</a:t>
            </a:r>
            <a:r>
              <a:rPr lang="en-US" b="0" dirty="0">
                <a:solidFill>
                  <a:srgbClr val="3A474E"/>
                </a:solidFill>
                <a:effectLst/>
                <a:highlight>
                  <a:srgbClr val="FFFFFF"/>
                </a:highlight>
                <a:latin typeface="Roboto Mono" pitchFamily="49" charset="0"/>
              </a:rPr>
              <a:t>,</a:t>
            </a:r>
          </a:p>
          <a:p>
            <a:pPr marL="0" indent="0">
              <a:buNone/>
            </a:pPr>
            <a:r>
              <a:rPr lang="en-US" b="0" dirty="0">
                <a:solidFill>
                  <a:srgbClr val="3367D6"/>
                </a:solidFill>
                <a:effectLst/>
                <a:highlight>
                  <a:srgbClr val="FFFFFF"/>
                </a:highlight>
                <a:latin typeface="Roboto Mono" pitchFamily="49" charset="0"/>
              </a:rPr>
              <a:t>DENSE_RANK</a:t>
            </a:r>
            <a:r>
              <a:rPr lang="en-US" b="0" dirty="0">
                <a:solidFill>
                  <a:srgbClr val="37474F"/>
                </a:solidFill>
                <a:effectLst/>
                <a:highlight>
                  <a:srgbClr val="FFFFFF"/>
                </a:highlight>
                <a:latin typeface="Roboto Mono" pitchFamily="49" charset="0"/>
              </a:rPr>
              <a:t>()</a:t>
            </a:r>
            <a:r>
              <a:rPr lang="en-US" b="0" dirty="0">
                <a:solidFill>
                  <a:srgbClr val="3A474E"/>
                </a:solidFill>
                <a:effectLst/>
                <a:highlight>
                  <a:srgbClr val="FFFFFF"/>
                </a:highlight>
                <a:latin typeface="Roboto Mono" pitchFamily="49" charset="0"/>
              </a:rPr>
              <a:t> </a:t>
            </a:r>
            <a:r>
              <a:rPr lang="en-US" b="0" dirty="0">
                <a:solidFill>
                  <a:srgbClr val="3367D6"/>
                </a:solidFill>
                <a:effectLst/>
                <a:highlight>
                  <a:srgbClr val="FFFFFF"/>
                </a:highlight>
                <a:latin typeface="Roboto Mono" pitchFamily="49" charset="0"/>
              </a:rPr>
              <a:t>OVER</a:t>
            </a:r>
            <a:r>
              <a:rPr lang="en-US" b="0" dirty="0">
                <a:solidFill>
                  <a:srgbClr val="3A474E"/>
                </a:solidFill>
                <a:effectLst/>
                <a:highlight>
                  <a:srgbClr val="FFFFFF"/>
                </a:highlight>
                <a:latin typeface="Roboto Mono" pitchFamily="49" charset="0"/>
              </a:rPr>
              <a:t> </a:t>
            </a:r>
            <a:r>
              <a:rPr lang="en-US" b="0" dirty="0">
                <a:solidFill>
                  <a:srgbClr val="37474F"/>
                </a:solidFill>
                <a:effectLst/>
                <a:highlight>
                  <a:srgbClr val="FFFFFF"/>
                </a:highlight>
                <a:latin typeface="Roboto Mono" pitchFamily="49" charset="0"/>
              </a:rPr>
              <a:t>(</a:t>
            </a:r>
            <a:r>
              <a:rPr lang="en-US" b="0" dirty="0">
                <a:solidFill>
                  <a:srgbClr val="3367D6"/>
                </a:solidFill>
                <a:effectLst/>
                <a:highlight>
                  <a:srgbClr val="FFFFFF"/>
                </a:highlight>
                <a:latin typeface="Roboto Mono" pitchFamily="49" charset="0"/>
              </a:rPr>
              <a:t>PARTITION</a:t>
            </a:r>
            <a:r>
              <a:rPr lang="en-US" b="0" dirty="0">
                <a:solidFill>
                  <a:srgbClr val="3A474E"/>
                </a:solidFill>
                <a:effectLst/>
                <a:highlight>
                  <a:srgbClr val="FFFFFF"/>
                </a:highlight>
                <a:latin typeface="Roboto Mono" pitchFamily="49" charset="0"/>
              </a:rPr>
              <a:t> </a:t>
            </a:r>
            <a:r>
              <a:rPr lang="en-US" b="0" dirty="0">
                <a:solidFill>
                  <a:srgbClr val="3367D6"/>
                </a:solidFill>
                <a:effectLst/>
                <a:highlight>
                  <a:srgbClr val="FFFFFF"/>
                </a:highlight>
                <a:latin typeface="Roboto Mono" pitchFamily="49" charset="0"/>
              </a:rPr>
              <a:t>BY</a:t>
            </a:r>
            <a:r>
              <a:rPr lang="en-US" b="0" dirty="0">
                <a:solidFill>
                  <a:srgbClr val="3A474E"/>
                </a:solidFill>
                <a:effectLst/>
                <a:highlight>
                  <a:srgbClr val="FFFFFF"/>
                </a:highlight>
                <a:latin typeface="Roboto Mono" pitchFamily="49" charset="0"/>
              </a:rPr>
              <a:t> </a:t>
            </a:r>
            <a:r>
              <a:rPr lang="en-US" b="0" dirty="0">
                <a:solidFill>
                  <a:srgbClr val="000000"/>
                </a:solidFill>
                <a:effectLst/>
                <a:highlight>
                  <a:srgbClr val="FFFFFF"/>
                </a:highlight>
                <a:latin typeface="Roboto Mono" pitchFamily="49" charset="0"/>
              </a:rPr>
              <a:t>PATIENT_EDUCATION_ID</a:t>
            </a:r>
            <a:r>
              <a:rPr lang="en-US" b="0" dirty="0">
                <a:solidFill>
                  <a:srgbClr val="3A474E"/>
                </a:solidFill>
                <a:effectLst/>
                <a:highlight>
                  <a:srgbClr val="FFFFFF"/>
                </a:highlight>
                <a:latin typeface="Roboto Mono" pitchFamily="49" charset="0"/>
              </a:rPr>
              <a:t> </a:t>
            </a:r>
            <a:r>
              <a:rPr lang="en-US" b="0" dirty="0">
                <a:solidFill>
                  <a:srgbClr val="3367D6"/>
                </a:solidFill>
                <a:effectLst/>
                <a:highlight>
                  <a:srgbClr val="FFFFFF"/>
                </a:highlight>
                <a:latin typeface="Roboto Mono" pitchFamily="49" charset="0"/>
              </a:rPr>
              <a:t>ORDER</a:t>
            </a:r>
            <a:r>
              <a:rPr lang="en-US" b="0" dirty="0">
                <a:solidFill>
                  <a:srgbClr val="3A474E"/>
                </a:solidFill>
                <a:effectLst/>
                <a:highlight>
                  <a:srgbClr val="FFFFFF"/>
                </a:highlight>
                <a:latin typeface="Roboto Mono" pitchFamily="49" charset="0"/>
              </a:rPr>
              <a:t> </a:t>
            </a:r>
            <a:r>
              <a:rPr lang="en-US" b="0" dirty="0">
                <a:solidFill>
                  <a:srgbClr val="3367D6"/>
                </a:solidFill>
                <a:effectLst/>
                <a:highlight>
                  <a:srgbClr val="FFFFFF"/>
                </a:highlight>
                <a:latin typeface="Roboto Mono" pitchFamily="49" charset="0"/>
              </a:rPr>
              <a:t>BY</a:t>
            </a:r>
            <a:r>
              <a:rPr lang="en-US" b="0" dirty="0">
                <a:solidFill>
                  <a:srgbClr val="3A474E"/>
                </a:solidFill>
                <a:effectLst/>
                <a:highlight>
                  <a:srgbClr val="FFFFFF"/>
                </a:highlight>
                <a:latin typeface="Roboto Mono" pitchFamily="49" charset="0"/>
              </a:rPr>
              <a:t> </a:t>
            </a:r>
            <a:r>
              <a:rPr lang="en-US" b="0" dirty="0">
                <a:solidFill>
                  <a:srgbClr val="000000"/>
                </a:solidFill>
                <a:effectLst/>
                <a:highlight>
                  <a:srgbClr val="FFFFFF"/>
                </a:highlight>
                <a:latin typeface="Roboto Mono" pitchFamily="49" charset="0"/>
              </a:rPr>
              <a:t>HOUSEHOLD_INCOME_PER_PERSON_AMT</a:t>
            </a:r>
            <a:r>
              <a:rPr lang="en-US" b="0" dirty="0">
                <a:solidFill>
                  <a:srgbClr val="3A474E"/>
                </a:solidFill>
                <a:effectLst/>
                <a:highlight>
                  <a:srgbClr val="FFFFFF"/>
                </a:highlight>
                <a:latin typeface="Roboto Mono" pitchFamily="49" charset="0"/>
              </a:rPr>
              <a:t> </a:t>
            </a:r>
            <a:r>
              <a:rPr lang="en-US" b="0" dirty="0">
                <a:solidFill>
                  <a:srgbClr val="3367D6"/>
                </a:solidFill>
                <a:effectLst/>
                <a:highlight>
                  <a:srgbClr val="FFFFFF"/>
                </a:highlight>
                <a:latin typeface="Roboto Mono" pitchFamily="49" charset="0"/>
              </a:rPr>
              <a:t>DESC</a:t>
            </a:r>
            <a:r>
              <a:rPr lang="en-US" b="0" dirty="0">
                <a:solidFill>
                  <a:srgbClr val="37474F"/>
                </a:solidFill>
                <a:effectLst/>
                <a:highlight>
                  <a:srgbClr val="FFFFFF"/>
                </a:highlight>
                <a:latin typeface="Roboto Mono" pitchFamily="49" charset="0"/>
              </a:rPr>
              <a:t>)</a:t>
            </a:r>
            <a:r>
              <a:rPr lang="en-US" b="0" dirty="0">
                <a:solidFill>
                  <a:srgbClr val="3A474E"/>
                </a:solidFill>
                <a:effectLst/>
                <a:highlight>
                  <a:srgbClr val="FFFFFF"/>
                </a:highlight>
                <a:latin typeface="Roboto Mono" pitchFamily="49" charset="0"/>
              </a:rPr>
              <a:t> </a:t>
            </a:r>
            <a:r>
              <a:rPr lang="en-US" b="0" dirty="0">
                <a:solidFill>
                  <a:srgbClr val="3367D6"/>
                </a:solidFill>
                <a:effectLst/>
                <a:highlight>
                  <a:srgbClr val="FFFFFF"/>
                </a:highlight>
                <a:latin typeface="Roboto Mono" pitchFamily="49" charset="0"/>
              </a:rPr>
              <a:t>AS</a:t>
            </a:r>
            <a:r>
              <a:rPr lang="en-US" b="0" dirty="0">
                <a:solidFill>
                  <a:srgbClr val="3A474E"/>
                </a:solidFill>
                <a:effectLst/>
                <a:highlight>
                  <a:srgbClr val="FFFFFF"/>
                </a:highlight>
                <a:latin typeface="Roboto Mono" pitchFamily="49" charset="0"/>
              </a:rPr>
              <a:t> </a:t>
            </a:r>
            <a:r>
              <a:rPr lang="en-US" b="0" dirty="0" err="1">
                <a:solidFill>
                  <a:srgbClr val="000000"/>
                </a:solidFill>
                <a:effectLst/>
                <a:highlight>
                  <a:srgbClr val="FFFFFF"/>
                </a:highlight>
                <a:latin typeface="Roboto Mono" pitchFamily="49" charset="0"/>
              </a:rPr>
              <a:t>dense_rank_income</a:t>
            </a:r>
            <a:endParaRPr lang="en-US" b="0" dirty="0">
              <a:solidFill>
                <a:srgbClr val="3A474E"/>
              </a:solidFill>
              <a:effectLst/>
              <a:highlight>
                <a:srgbClr val="FFFFFF"/>
              </a:highlight>
              <a:latin typeface="Roboto Mono" pitchFamily="49" charset="0"/>
            </a:endParaRPr>
          </a:p>
          <a:p>
            <a:pPr marL="0" indent="0">
              <a:buNone/>
            </a:pPr>
            <a:r>
              <a:rPr lang="en-US" b="0" dirty="0">
                <a:solidFill>
                  <a:srgbClr val="3367D6"/>
                </a:solidFill>
                <a:effectLst/>
                <a:highlight>
                  <a:srgbClr val="FFFFFF"/>
                </a:highlight>
                <a:latin typeface="Roboto Mono" pitchFamily="49" charset="0"/>
              </a:rPr>
              <a:t>FROM</a:t>
            </a:r>
            <a:r>
              <a:rPr lang="en-US" b="0" dirty="0">
                <a:solidFill>
                  <a:srgbClr val="3A474E"/>
                </a:solidFill>
                <a:effectLst/>
                <a:highlight>
                  <a:srgbClr val="FFFFFF"/>
                </a:highlight>
                <a:latin typeface="Roboto Mono" pitchFamily="49" charset="0"/>
              </a:rPr>
              <a:t> </a:t>
            </a:r>
            <a:r>
              <a:rPr lang="en-US" b="0" dirty="0">
                <a:solidFill>
                  <a:srgbClr val="0D904F"/>
                </a:solidFill>
                <a:effectLst/>
                <a:highlight>
                  <a:srgbClr val="FFFFFF"/>
                </a:highlight>
                <a:latin typeface="Roboto Mono" pitchFamily="49" charset="0"/>
              </a:rPr>
              <a:t>`</a:t>
            </a:r>
            <a:r>
              <a:rPr lang="en-US" b="0" dirty="0" err="1">
                <a:solidFill>
                  <a:srgbClr val="0D904F"/>
                </a:solidFill>
                <a:effectLst/>
                <a:highlight>
                  <a:srgbClr val="FFFFFF"/>
                </a:highlight>
                <a:latin typeface="Roboto Mono" pitchFamily="49" charset="0"/>
              </a:rPr>
              <a:t>purplelab-sales.Training_Dataset.DIM_PATIENT</a:t>
            </a:r>
            <a:r>
              <a:rPr lang="en-US" b="0" dirty="0">
                <a:solidFill>
                  <a:srgbClr val="0D904F"/>
                </a:solidFill>
                <a:effectLst/>
                <a:highlight>
                  <a:srgbClr val="FFFFFF"/>
                </a:highlight>
                <a:latin typeface="Roboto Mono" pitchFamily="49" charset="0"/>
              </a:rPr>
              <a:t>`</a:t>
            </a:r>
            <a:r>
              <a:rPr lang="en-US" b="0" dirty="0">
                <a:solidFill>
                  <a:srgbClr val="3A474E"/>
                </a:solidFill>
                <a:effectLst/>
                <a:highlight>
                  <a:srgbClr val="FFFFFF"/>
                </a:highlight>
                <a:latin typeface="Roboto Mono" pitchFamily="49" charset="0"/>
              </a:rPr>
              <a:t> </a:t>
            </a:r>
            <a:r>
              <a:rPr lang="en-US" b="0" dirty="0">
                <a:solidFill>
                  <a:srgbClr val="3367D6"/>
                </a:solidFill>
                <a:effectLst/>
                <a:highlight>
                  <a:srgbClr val="FFFFFF"/>
                </a:highlight>
                <a:latin typeface="Roboto Mono" pitchFamily="49" charset="0"/>
              </a:rPr>
              <a:t>LIMIT</a:t>
            </a:r>
            <a:r>
              <a:rPr lang="en-US" b="0" dirty="0">
                <a:solidFill>
                  <a:srgbClr val="3A474E"/>
                </a:solidFill>
                <a:effectLst/>
                <a:highlight>
                  <a:srgbClr val="FFFFFF"/>
                </a:highlight>
                <a:latin typeface="Roboto Mono" pitchFamily="49" charset="0"/>
              </a:rPr>
              <a:t> </a:t>
            </a:r>
            <a:r>
              <a:rPr lang="en-US" b="0" dirty="0">
                <a:solidFill>
                  <a:srgbClr val="F4511E"/>
                </a:solidFill>
                <a:effectLst/>
                <a:highlight>
                  <a:srgbClr val="FFFFFF"/>
                </a:highlight>
                <a:latin typeface="Roboto Mono" pitchFamily="49" charset="0"/>
              </a:rPr>
              <a:t>1000</a:t>
            </a:r>
            <a:endParaRPr lang="en-US" b="0" dirty="0">
              <a:solidFill>
                <a:srgbClr val="3A474E"/>
              </a:solidFill>
              <a:effectLst/>
              <a:highlight>
                <a:srgbClr val="FFFFFF"/>
              </a:highlight>
              <a:latin typeface="Roboto Mono" pitchFamily="49" charset="0"/>
            </a:endParaRPr>
          </a:p>
          <a:p>
            <a:pPr marL="0" indent="0">
              <a:buNone/>
            </a:pPr>
            <a:endParaRPr lang="en-US" dirty="0"/>
          </a:p>
        </p:txBody>
      </p:sp>
    </p:spTree>
    <p:extLst>
      <p:ext uri="{BB962C8B-B14F-4D97-AF65-F5344CB8AC3E}">
        <p14:creationId xmlns:p14="http://schemas.microsoft.com/office/powerpoint/2010/main" val="191272173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A342BE-CDFE-A11F-581D-A31D123C46B1}"/>
              </a:ext>
            </a:extLst>
          </p:cNvPr>
          <p:cNvSpPr>
            <a:spLocks noGrp="1"/>
          </p:cNvSpPr>
          <p:nvPr>
            <p:ph type="title"/>
          </p:nvPr>
        </p:nvSpPr>
        <p:spPr/>
        <p:txBody>
          <a:bodyPr/>
          <a:lstStyle/>
          <a:p>
            <a:r>
              <a:rPr lang="en-US" dirty="0"/>
              <a:t>LAG (column, [num rows previous, default])</a:t>
            </a:r>
          </a:p>
        </p:txBody>
      </p:sp>
      <p:sp>
        <p:nvSpPr>
          <p:cNvPr id="3" name="Content Placeholder 2">
            <a:extLst>
              <a:ext uri="{FF2B5EF4-FFF2-40B4-BE49-F238E27FC236}">
                <a16:creationId xmlns:a16="http://schemas.microsoft.com/office/drawing/2014/main" id="{44413403-9579-A790-6F51-A108FF522771}"/>
              </a:ext>
            </a:extLst>
          </p:cNvPr>
          <p:cNvSpPr>
            <a:spLocks noGrp="1"/>
          </p:cNvSpPr>
          <p:nvPr>
            <p:ph idx="1"/>
          </p:nvPr>
        </p:nvSpPr>
        <p:spPr/>
        <p:txBody>
          <a:bodyPr>
            <a:normAutofit/>
          </a:bodyPr>
          <a:lstStyle/>
          <a:p>
            <a:pPr marL="0" indent="0">
              <a:buNone/>
            </a:pPr>
            <a:r>
              <a:rPr lang="en-US" dirty="0"/>
              <a:t>LAG: Value in the previous row.</a:t>
            </a:r>
          </a:p>
          <a:p>
            <a:pPr marL="0" indent="0">
              <a:buNone/>
            </a:pPr>
            <a:endParaRPr lang="en-US" dirty="0"/>
          </a:p>
          <a:p>
            <a:pPr marL="0" indent="0">
              <a:buNone/>
            </a:pPr>
            <a:r>
              <a:rPr lang="en-US" sz="1400" b="0" dirty="0">
                <a:solidFill>
                  <a:srgbClr val="3367D6"/>
                </a:solidFill>
                <a:effectLst/>
                <a:highlight>
                  <a:srgbClr val="FFFFFF"/>
                </a:highlight>
                <a:latin typeface="Roboto Mono" pitchFamily="49" charset="0"/>
              </a:rPr>
              <a:t>SELECT</a:t>
            </a:r>
            <a:r>
              <a:rPr lang="en-US" sz="1400" b="0" dirty="0">
                <a:solidFill>
                  <a:srgbClr val="3A474E"/>
                </a:solidFill>
                <a:effectLst/>
                <a:highlight>
                  <a:srgbClr val="FFFFFF"/>
                </a:highlight>
                <a:latin typeface="Roboto Mono" pitchFamily="49" charset="0"/>
              </a:rPr>
              <a:t> </a:t>
            </a:r>
            <a:r>
              <a:rPr lang="en-US" sz="1400" b="0" dirty="0">
                <a:solidFill>
                  <a:srgbClr val="000000"/>
                </a:solidFill>
                <a:effectLst/>
                <a:highlight>
                  <a:srgbClr val="FFFFFF"/>
                </a:highlight>
                <a:latin typeface="Roboto Mono" pitchFamily="49" charset="0"/>
              </a:rPr>
              <a:t>PATIENT_ID</a:t>
            </a:r>
            <a:r>
              <a:rPr lang="en-US" sz="1400" b="0" dirty="0">
                <a:solidFill>
                  <a:srgbClr val="3A474E"/>
                </a:solidFill>
                <a:effectLst/>
                <a:highlight>
                  <a:srgbClr val="FFFFFF"/>
                </a:highlight>
                <a:latin typeface="Roboto Mono" pitchFamily="49" charset="0"/>
              </a:rPr>
              <a:t>, </a:t>
            </a:r>
            <a:r>
              <a:rPr lang="en-US" sz="1400" b="0" dirty="0">
                <a:solidFill>
                  <a:srgbClr val="000000"/>
                </a:solidFill>
                <a:effectLst/>
                <a:highlight>
                  <a:srgbClr val="FFFFFF"/>
                </a:highlight>
                <a:latin typeface="Roboto Mono" pitchFamily="49" charset="0"/>
              </a:rPr>
              <a:t>PATIENT_EDUCATION_ID</a:t>
            </a:r>
            <a:r>
              <a:rPr lang="en-US" sz="1400" b="0" dirty="0">
                <a:solidFill>
                  <a:srgbClr val="3A474E"/>
                </a:solidFill>
                <a:effectLst/>
                <a:highlight>
                  <a:srgbClr val="FFFFFF"/>
                </a:highlight>
                <a:latin typeface="Roboto Mono" pitchFamily="49" charset="0"/>
              </a:rPr>
              <a:t>, </a:t>
            </a:r>
            <a:r>
              <a:rPr lang="en-US" sz="1400" b="0" dirty="0">
                <a:solidFill>
                  <a:srgbClr val="000000"/>
                </a:solidFill>
                <a:effectLst/>
                <a:highlight>
                  <a:srgbClr val="FFFFFF"/>
                </a:highlight>
                <a:latin typeface="Roboto Mono" pitchFamily="49" charset="0"/>
              </a:rPr>
              <a:t>HOUSEHOLD_INCOME_PER_PERSON_AMT</a:t>
            </a:r>
            <a:r>
              <a:rPr lang="en-US" sz="1400" b="0" dirty="0">
                <a:solidFill>
                  <a:srgbClr val="3A474E"/>
                </a:solidFill>
                <a:effectLst/>
                <a:highlight>
                  <a:srgbClr val="FFFFFF"/>
                </a:highlight>
                <a:latin typeface="Roboto Mono" pitchFamily="49" charset="0"/>
              </a:rPr>
              <a:t>,</a:t>
            </a:r>
          </a:p>
          <a:p>
            <a:pPr marL="0" indent="0">
              <a:buNone/>
            </a:pPr>
            <a:r>
              <a:rPr lang="en-US" sz="1400" b="0" dirty="0">
                <a:solidFill>
                  <a:srgbClr val="3367D6"/>
                </a:solidFill>
                <a:effectLst/>
                <a:highlight>
                  <a:srgbClr val="FFFFFF"/>
                </a:highlight>
                <a:latin typeface="Roboto Mono" pitchFamily="49" charset="0"/>
              </a:rPr>
              <a:t>LAG</a:t>
            </a:r>
            <a:r>
              <a:rPr lang="en-US" sz="1400" b="0" dirty="0">
                <a:solidFill>
                  <a:srgbClr val="3A474E"/>
                </a:solidFill>
                <a:effectLst/>
                <a:highlight>
                  <a:srgbClr val="FFFFFF"/>
                </a:highlight>
                <a:latin typeface="Roboto Mono" pitchFamily="49" charset="0"/>
              </a:rPr>
              <a:t> </a:t>
            </a:r>
            <a:r>
              <a:rPr lang="en-US" sz="1400" b="0" dirty="0">
                <a:solidFill>
                  <a:srgbClr val="37474F"/>
                </a:solidFill>
                <a:effectLst/>
                <a:highlight>
                  <a:srgbClr val="FFFFFF"/>
                </a:highlight>
                <a:latin typeface="Roboto Mono" pitchFamily="49" charset="0"/>
              </a:rPr>
              <a:t>(</a:t>
            </a:r>
            <a:r>
              <a:rPr lang="en-US" sz="1400" b="0" dirty="0">
                <a:solidFill>
                  <a:srgbClr val="000000"/>
                </a:solidFill>
                <a:effectLst/>
                <a:highlight>
                  <a:srgbClr val="FFFFFF"/>
                </a:highlight>
                <a:latin typeface="Roboto Mono" pitchFamily="49" charset="0"/>
              </a:rPr>
              <a:t>HOUSEHOLD_INCOME_PER_PERSON_AMT</a:t>
            </a:r>
            <a:r>
              <a:rPr lang="en-US" sz="1400" b="0" dirty="0">
                <a:solidFill>
                  <a:srgbClr val="37474F"/>
                </a:solidFill>
                <a:effectLst/>
                <a:highlight>
                  <a:srgbClr val="FFFFFF"/>
                </a:highlight>
                <a:latin typeface="Roboto Mono" pitchFamily="49" charset="0"/>
              </a:rPr>
              <a:t>)</a:t>
            </a:r>
          </a:p>
          <a:p>
            <a:pPr marL="0" indent="0">
              <a:buNone/>
            </a:pPr>
            <a:r>
              <a:rPr lang="en-US" sz="1400" b="0" dirty="0">
                <a:solidFill>
                  <a:srgbClr val="3367D6"/>
                </a:solidFill>
                <a:effectLst/>
                <a:highlight>
                  <a:srgbClr val="FFFFFF"/>
                </a:highlight>
                <a:latin typeface="Roboto Mono" pitchFamily="49" charset="0"/>
              </a:rPr>
              <a:t>OVER</a:t>
            </a:r>
            <a:r>
              <a:rPr lang="en-US" sz="1400" b="0" dirty="0">
                <a:solidFill>
                  <a:srgbClr val="3A474E"/>
                </a:solidFill>
                <a:effectLst/>
                <a:highlight>
                  <a:srgbClr val="FFFFFF"/>
                </a:highlight>
                <a:latin typeface="Roboto Mono" pitchFamily="49" charset="0"/>
              </a:rPr>
              <a:t> </a:t>
            </a:r>
            <a:r>
              <a:rPr lang="en-US" sz="1400" b="0" dirty="0">
                <a:solidFill>
                  <a:srgbClr val="37474F"/>
                </a:solidFill>
                <a:effectLst/>
                <a:highlight>
                  <a:srgbClr val="FFFFFF"/>
                </a:highlight>
                <a:latin typeface="Roboto Mono" pitchFamily="49" charset="0"/>
              </a:rPr>
              <a:t>(</a:t>
            </a:r>
            <a:r>
              <a:rPr lang="en-US" sz="1400" b="0" dirty="0">
                <a:solidFill>
                  <a:srgbClr val="3367D6"/>
                </a:solidFill>
                <a:effectLst/>
                <a:highlight>
                  <a:srgbClr val="FFFFFF"/>
                </a:highlight>
                <a:latin typeface="Roboto Mono" pitchFamily="49" charset="0"/>
              </a:rPr>
              <a:t>PARTITION</a:t>
            </a:r>
            <a:r>
              <a:rPr lang="en-US" sz="1400" b="0" dirty="0">
                <a:solidFill>
                  <a:srgbClr val="3A474E"/>
                </a:solidFill>
                <a:effectLst/>
                <a:highlight>
                  <a:srgbClr val="FFFFFF"/>
                </a:highlight>
                <a:latin typeface="Roboto Mono" pitchFamily="49" charset="0"/>
              </a:rPr>
              <a:t> </a:t>
            </a:r>
            <a:r>
              <a:rPr lang="en-US" sz="1400" b="0" dirty="0">
                <a:solidFill>
                  <a:srgbClr val="3367D6"/>
                </a:solidFill>
                <a:effectLst/>
                <a:highlight>
                  <a:srgbClr val="FFFFFF"/>
                </a:highlight>
                <a:latin typeface="Roboto Mono" pitchFamily="49" charset="0"/>
              </a:rPr>
              <a:t>BY</a:t>
            </a:r>
            <a:r>
              <a:rPr lang="en-US" sz="1400" b="0" dirty="0">
                <a:solidFill>
                  <a:srgbClr val="3A474E"/>
                </a:solidFill>
                <a:effectLst/>
                <a:highlight>
                  <a:srgbClr val="FFFFFF"/>
                </a:highlight>
                <a:latin typeface="Roboto Mono" pitchFamily="49" charset="0"/>
              </a:rPr>
              <a:t> </a:t>
            </a:r>
            <a:r>
              <a:rPr lang="en-US" sz="1400" b="0" dirty="0">
                <a:solidFill>
                  <a:srgbClr val="000000"/>
                </a:solidFill>
                <a:effectLst/>
                <a:highlight>
                  <a:srgbClr val="FFFFFF"/>
                </a:highlight>
                <a:latin typeface="Roboto Mono" pitchFamily="49" charset="0"/>
              </a:rPr>
              <a:t>PATIENT_EDUCATION_ID</a:t>
            </a:r>
            <a:r>
              <a:rPr lang="en-US" sz="1400" b="0" dirty="0">
                <a:solidFill>
                  <a:srgbClr val="3A474E"/>
                </a:solidFill>
                <a:effectLst/>
                <a:highlight>
                  <a:srgbClr val="FFFFFF"/>
                </a:highlight>
                <a:latin typeface="Roboto Mono" pitchFamily="49" charset="0"/>
              </a:rPr>
              <a:t> </a:t>
            </a:r>
            <a:r>
              <a:rPr lang="en-US" sz="1400" b="0" dirty="0">
                <a:solidFill>
                  <a:srgbClr val="3367D6"/>
                </a:solidFill>
                <a:effectLst/>
                <a:highlight>
                  <a:srgbClr val="FFFFFF"/>
                </a:highlight>
                <a:latin typeface="Roboto Mono" pitchFamily="49" charset="0"/>
              </a:rPr>
              <a:t>ORDER</a:t>
            </a:r>
            <a:r>
              <a:rPr lang="en-US" sz="1400" b="0" dirty="0">
                <a:solidFill>
                  <a:srgbClr val="3A474E"/>
                </a:solidFill>
                <a:effectLst/>
                <a:highlight>
                  <a:srgbClr val="FFFFFF"/>
                </a:highlight>
                <a:latin typeface="Roboto Mono" pitchFamily="49" charset="0"/>
              </a:rPr>
              <a:t> </a:t>
            </a:r>
            <a:r>
              <a:rPr lang="en-US" sz="1400" b="0" dirty="0">
                <a:solidFill>
                  <a:srgbClr val="3367D6"/>
                </a:solidFill>
                <a:effectLst/>
                <a:highlight>
                  <a:srgbClr val="FFFFFF"/>
                </a:highlight>
                <a:latin typeface="Roboto Mono" pitchFamily="49" charset="0"/>
              </a:rPr>
              <a:t>BY</a:t>
            </a:r>
            <a:r>
              <a:rPr lang="en-US" sz="1400" b="0" dirty="0">
                <a:solidFill>
                  <a:srgbClr val="3A474E"/>
                </a:solidFill>
                <a:effectLst/>
                <a:highlight>
                  <a:srgbClr val="FFFFFF"/>
                </a:highlight>
                <a:latin typeface="Roboto Mono" pitchFamily="49" charset="0"/>
              </a:rPr>
              <a:t> </a:t>
            </a:r>
            <a:r>
              <a:rPr lang="en-US" sz="1400" b="0" dirty="0">
                <a:solidFill>
                  <a:srgbClr val="000000"/>
                </a:solidFill>
                <a:effectLst/>
                <a:highlight>
                  <a:srgbClr val="FFFFFF"/>
                </a:highlight>
                <a:latin typeface="Roboto Mono" pitchFamily="49" charset="0"/>
              </a:rPr>
              <a:t>HOUSEHOLD_INCOME_PER_PERSON_AMT</a:t>
            </a:r>
            <a:r>
              <a:rPr lang="en-US" sz="1400" b="0" dirty="0">
                <a:solidFill>
                  <a:srgbClr val="3A474E"/>
                </a:solidFill>
                <a:effectLst/>
                <a:highlight>
                  <a:srgbClr val="FFFFFF"/>
                </a:highlight>
                <a:latin typeface="Roboto Mono" pitchFamily="49" charset="0"/>
              </a:rPr>
              <a:t> </a:t>
            </a:r>
            <a:r>
              <a:rPr lang="en-US" sz="1400" b="0" dirty="0">
                <a:solidFill>
                  <a:srgbClr val="3367D6"/>
                </a:solidFill>
                <a:effectLst/>
                <a:highlight>
                  <a:srgbClr val="FFFFFF"/>
                </a:highlight>
                <a:latin typeface="Roboto Mono" pitchFamily="49" charset="0"/>
              </a:rPr>
              <a:t>DESC</a:t>
            </a:r>
            <a:r>
              <a:rPr lang="en-US" sz="1400" b="0" dirty="0">
                <a:solidFill>
                  <a:srgbClr val="37474F"/>
                </a:solidFill>
                <a:effectLst/>
                <a:highlight>
                  <a:srgbClr val="FFFFFF"/>
                </a:highlight>
                <a:latin typeface="Roboto Mono" pitchFamily="49" charset="0"/>
              </a:rPr>
              <a:t>)</a:t>
            </a:r>
            <a:r>
              <a:rPr lang="en-US" sz="1400" b="0" dirty="0">
                <a:solidFill>
                  <a:srgbClr val="3A474E"/>
                </a:solidFill>
                <a:effectLst/>
                <a:highlight>
                  <a:srgbClr val="FFFFFF"/>
                </a:highlight>
                <a:latin typeface="Roboto Mono" pitchFamily="49" charset="0"/>
              </a:rPr>
              <a:t> </a:t>
            </a:r>
            <a:r>
              <a:rPr lang="en-US" sz="1400" b="0" dirty="0">
                <a:solidFill>
                  <a:srgbClr val="3367D6"/>
                </a:solidFill>
                <a:effectLst/>
                <a:highlight>
                  <a:srgbClr val="FFFFFF"/>
                </a:highlight>
                <a:latin typeface="Roboto Mono" pitchFamily="49" charset="0"/>
              </a:rPr>
              <a:t>AS</a:t>
            </a:r>
            <a:r>
              <a:rPr lang="en-US" sz="1400" b="0" dirty="0">
                <a:solidFill>
                  <a:srgbClr val="3A474E"/>
                </a:solidFill>
                <a:effectLst/>
                <a:highlight>
                  <a:srgbClr val="FFFFFF"/>
                </a:highlight>
                <a:latin typeface="Roboto Mono" pitchFamily="49" charset="0"/>
              </a:rPr>
              <a:t> </a:t>
            </a:r>
            <a:r>
              <a:rPr lang="en-US" sz="1400" b="0" dirty="0" err="1">
                <a:solidFill>
                  <a:srgbClr val="000000"/>
                </a:solidFill>
                <a:effectLst/>
                <a:highlight>
                  <a:srgbClr val="FFFFFF"/>
                </a:highlight>
                <a:latin typeface="Roboto Mono" pitchFamily="49" charset="0"/>
              </a:rPr>
              <a:t>prev_income</a:t>
            </a:r>
            <a:endParaRPr lang="en-US" sz="1400" b="0" dirty="0">
              <a:solidFill>
                <a:srgbClr val="3A474E"/>
              </a:solidFill>
              <a:effectLst/>
              <a:highlight>
                <a:srgbClr val="FFFFFF"/>
              </a:highlight>
              <a:latin typeface="Roboto Mono" pitchFamily="49" charset="0"/>
            </a:endParaRPr>
          </a:p>
          <a:p>
            <a:pPr marL="0" indent="0">
              <a:buNone/>
            </a:pPr>
            <a:r>
              <a:rPr lang="en-US" sz="1400" b="0" dirty="0">
                <a:solidFill>
                  <a:srgbClr val="3367D6"/>
                </a:solidFill>
                <a:effectLst/>
                <a:highlight>
                  <a:srgbClr val="FFFFFF"/>
                </a:highlight>
                <a:latin typeface="Roboto Mono" pitchFamily="49" charset="0"/>
              </a:rPr>
              <a:t>FROM</a:t>
            </a:r>
            <a:r>
              <a:rPr lang="en-US" sz="1400" b="0" dirty="0">
                <a:solidFill>
                  <a:srgbClr val="3A474E"/>
                </a:solidFill>
                <a:effectLst/>
                <a:highlight>
                  <a:srgbClr val="FFFFFF"/>
                </a:highlight>
                <a:latin typeface="Roboto Mono" pitchFamily="49" charset="0"/>
              </a:rPr>
              <a:t> </a:t>
            </a:r>
            <a:r>
              <a:rPr lang="en-US" sz="1400" b="0" dirty="0">
                <a:solidFill>
                  <a:srgbClr val="0D904F"/>
                </a:solidFill>
                <a:effectLst/>
                <a:highlight>
                  <a:srgbClr val="FFFFFF"/>
                </a:highlight>
                <a:latin typeface="Roboto Mono" pitchFamily="49" charset="0"/>
              </a:rPr>
              <a:t>`</a:t>
            </a:r>
            <a:r>
              <a:rPr lang="en-US" sz="1400" b="0" dirty="0" err="1">
                <a:solidFill>
                  <a:srgbClr val="0D904F"/>
                </a:solidFill>
                <a:effectLst/>
                <a:highlight>
                  <a:srgbClr val="FFFFFF"/>
                </a:highlight>
                <a:latin typeface="Roboto Mono" pitchFamily="49" charset="0"/>
              </a:rPr>
              <a:t>purplelab-sales.Training_Dataset.DIM_PATIENT</a:t>
            </a:r>
            <a:r>
              <a:rPr lang="en-US" sz="1400" b="0" dirty="0">
                <a:solidFill>
                  <a:srgbClr val="0D904F"/>
                </a:solidFill>
                <a:effectLst/>
                <a:highlight>
                  <a:srgbClr val="FFFFFF"/>
                </a:highlight>
                <a:latin typeface="Roboto Mono" pitchFamily="49" charset="0"/>
              </a:rPr>
              <a:t>`</a:t>
            </a:r>
            <a:r>
              <a:rPr lang="en-US" sz="1400" b="0" dirty="0">
                <a:solidFill>
                  <a:srgbClr val="3A474E"/>
                </a:solidFill>
                <a:effectLst/>
                <a:highlight>
                  <a:srgbClr val="FFFFFF"/>
                </a:highlight>
                <a:latin typeface="Roboto Mono" pitchFamily="49" charset="0"/>
              </a:rPr>
              <a:t> </a:t>
            </a:r>
            <a:r>
              <a:rPr lang="en-US" sz="1400" b="0" dirty="0">
                <a:solidFill>
                  <a:srgbClr val="3367D6"/>
                </a:solidFill>
                <a:effectLst/>
                <a:highlight>
                  <a:srgbClr val="FFFFFF"/>
                </a:highlight>
                <a:latin typeface="Roboto Mono" pitchFamily="49" charset="0"/>
              </a:rPr>
              <a:t>LIMIT</a:t>
            </a:r>
            <a:r>
              <a:rPr lang="en-US" sz="1400" b="0" dirty="0">
                <a:solidFill>
                  <a:srgbClr val="3A474E"/>
                </a:solidFill>
                <a:effectLst/>
                <a:highlight>
                  <a:srgbClr val="FFFFFF"/>
                </a:highlight>
                <a:latin typeface="Roboto Mono" pitchFamily="49" charset="0"/>
              </a:rPr>
              <a:t> </a:t>
            </a:r>
            <a:r>
              <a:rPr lang="en-US" sz="1400" b="0" dirty="0">
                <a:solidFill>
                  <a:srgbClr val="F4511E"/>
                </a:solidFill>
                <a:effectLst/>
                <a:highlight>
                  <a:srgbClr val="FFFFFF"/>
                </a:highlight>
                <a:latin typeface="Roboto Mono" pitchFamily="49" charset="0"/>
              </a:rPr>
              <a:t>1000</a:t>
            </a:r>
            <a:endParaRPr lang="en-US" sz="1400" b="0" dirty="0">
              <a:solidFill>
                <a:srgbClr val="3A474E"/>
              </a:solidFill>
              <a:effectLst/>
              <a:highlight>
                <a:srgbClr val="FFFFFF"/>
              </a:highlight>
              <a:latin typeface="Roboto Mono" pitchFamily="49" charset="0"/>
            </a:endParaRPr>
          </a:p>
          <a:p>
            <a:pPr marL="0" indent="0">
              <a:buNone/>
            </a:pPr>
            <a:endParaRPr lang="en-US" dirty="0"/>
          </a:p>
        </p:txBody>
      </p:sp>
    </p:spTree>
    <p:extLst>
      <p:ext uri="{BB962C8B-B14F-4D97-AF65-F5344CB8AC3E}">
        <p14:creationId xmlns:p14="http://schemas.microsoft.com/office/powerpoint/2010/main" val="219627059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A342BE-CDFE-A11F-581D-A31D123C46B1}"/>
              </a:ext>
            </a:extLst>
          </p:cNvPr>
          <p:cNvSpPr>
            <a:spLocks noGrp="1"/>
          </p:cNvSpPr>
          <p:nvPr>
            <p:ph type="title"/>
          </p:nvPr>
        </p:nvSpPr>
        <p:spPr/>
        <p:txBody>
          <a:bodyPr/>
          <a:lstStyle/>
          <a:p>
            <a:r>
              <a:rPr lang="en-US" dirty="0"/>
              <a:t>LAG (column,1, 0)</a:t>
            </a:r>
          </a:p>
        </p:txBody>
      </p:sp>
      <p:sp>
        <p:nvSpPr>
          <p:cNvPr id="3" name="Content Placeholder 2">
            <a:extLst>
              <a:ext uri="{FF2B5EF4-FFF2-40B4-BE49-F238E27FC236}">
                <a16:creationId xmlns:a16="http://schemas.microsoft.com/office/drawing/2014/main" id="{44413403-9579-A790-6F51-A108FF522771}"/>
              </a:ext>
            </a:extLst>
          </p:cNvPr>
          <p:cNvSpPr>
            <a:spLocks noGrp="1"/>
          </p:cNvSpPr>
          <p:nvPr>
            <p:ph idx="1"/>
          </p:nvPr>
        </p:nvSpPr>
        <p:spPr/>
        <p:txBody>
          <a:bodyPr>
            <a:normAutofit/>
          </a:bodyPr>
          <a:lstStyle/>
          <a:p>
            <a:pPr marL="0" indent="0">
              <a:buNone/>
            </a:pPr>
            <a:r>
              <a:rPr lang="en-US" dirty="0"/>
              <a:t>LAG: Value in the previous row.</a:t>
            </a:r>
          </a:p>
          <a:p>
            <a:pPr marL="0" indent="0">
              <a:buNone/>
            </a:pPr>
            <a:endParaRPr lang="en-US" dirty="0"/>
          </a:p>
          <a:p>
            <a:pPr marL="0" indent="0">
              <a:buNone/>
            </a:pPr>
            <a:r>
              <a:rPr lang="en-US" sz="1400" b="0" dirty="0">
                <a:solidFill>
                  <a:srgbClr val="3367D6"/>
                </a:solidFill>
                <a:effectLst/>
                <a:highlight>
                  <a:srgbClr val="FFFFFF"/>
                </a:highlight>
                <a:latin typeface="Roboto Mono" pitchFamily="49" charset="0"/>
              </a:rPr>
              <a:t>SELECT</a:t>
            </a:r>
            <a:r>
              <a:rPr lang="en-US" sz="1400" b="0" dirty="0">
                <a:solidFill>
                  <a:srgbClr val="3A474E"/>
                </a:solidFill>
                <a:effectLst/>
                <a:highlight>
                  <a:srgbClr val="FFFFFF"/>
                </a:highlight>
                <a:latin typeface="Roboto Mono" pitchFamily="49" charset="0"/>
              </a:rPr>
              <a:t> </a:t>
            </a:r>
            <a:r>
              <a:rPr lang="en-US" sz="1400" b="0" dirty="0">
                <a:solidFill>
                  <a:srgbClr val="000000"/>
                </a:solidFill>
                <a:effectLst/>
                <a:highlight>
                  <a:srgbClr val="FFFFFF"/>
                </a:highlight>
                <a:latin typeface="Roboto Mono" pitchFamily="49" charset="0"/>
              </a:rPr>
              <a:t>PATIENT_ID</a:t>
            </a:r>
            <a:r>
              <a:rPr lang="en-US" sz="1400" b="0" dirty="0">
                <a:solidFill>
                  <a:srgbClr val="3A474E"/>
                </a:solidFill>
                <a:effectLst/>
                <a:highlight>
                  <a:srgbClr val="FFFFFF"/>
                </a:highlight>
                <a:latin typeface="Roboto Mono" pitchFamily="49" charset="0"/>
              </a:rPr>
              <a:t>, </a:t>
            </a:r>
            <a:r>
              <a:rPr lang="en-US" sz="1400" b="0" dirty="0">
                <a:solidFill>
                  <a:srgbClr val="000000"/>
                </a:solidFill>
                <a:effectLst/>
                <a:highlight>
                  <a:srgbClr val="FFFFFF"/>
                </a:highlight>
                <a:latin typeface="Roboto Mono" pitchFamily="49" charset="0"/>
              </a:rPr>
              <a:t>PATIENT_EDUCATION_ID</a:t>
            </a:r>
            <a:r>
              <a:rPr lang="en-US" sz="1400" b="0" dirty="0">
                <a:solidFill>
                  <a:srgbClr val="3A474E"/>
                </a:solidFill>
                <a:effectLst/>
                <a:highlight>
                  <a:srgbClr val="FFFFFF"/>
                </a:highlight>
                <a:latin typeface="Roboto Mono" pitchFamily="49" charset="0"/>
              </a:rPr>
              <a:t>, </a:t>
            </a:r>
            <a:r>
              <a:rPr lang="en-US" sz="1400" b="0" dirty="0">
                <a:solidFill>
                  <a:srgbClr val="000000"/>
                </a:solidFill>
                <a:effectLst/>
                <a:highlight>
                  <a:srgbClr val="FFFFFF"/>
                </a:highlight>
                <a:latin typeface="Roboto Mono" pitchFamily="49" charset="0"/>
              </a:rPr>
              <a:t>HOUSEHOLD_INCOME_PER_PERSON_AMT</a:t>
            </a:r>
            <a:r>
              <a:rPr lang="en-US" sz="1400" b="0" dirty="0">
                <a:solidFill>
                  <a:srgbClr val="3A474E"/>
                </a:solidFill>
                <a:effectLst/>
                <a:highlight>
                  <a:srgbClr val="FFFFFF"/>
                </a:highlight>
                <a:latin typeface="Roboto Mono" pitchFamily="49" charset="0"/>
              </a:rPr>
              <a:t>,</a:t>
            </a:r>
          </a:p>
          <a:p>
            <a:pPr marL="0" indent="0">
              <a:buNone/>
            </a:pPr>
            <a:r>
              <a:rPr lang="en-US" sz="1400" b="0" dirty="0">
                <a:solidFill>
                  <a:srgbClr val="3367D6"/>
                </a:solidFill>
                <a:effectLst/>
                <a:highlight>
                  <a:srgbClr val="FFFFFF"/>
                </a:highlight>
                <a:latin typeface="Roboto Mono" pitchFamily="49" charset="0"/>
              </a:rPr>
              <a:t>LAG</a:t>
            </a:r>
            <a:r>
              <a:rPr lang="en-US" sz="1400" b="0" dirty="0">
                <a:solidFill>
                  <a:srgbClr val="3A474E"/>
                </a:solidFill>
                <a:effectLst/>
                <a:highlight>
                  <a:srgbClr val="FFFFFF"/>
                </a:highlight>
                <a:latin typeface="Roboto Mono" pitchFamily="49" charset="0"/>
              </a:rPr>
              <a:t> </a:t>
            </a:r>
            <a:r>
              <a:rPr lang="en-US" sz="1400" b="0" dirty="0">
                <a:solidFill>
                  <a:srgbClr val="37474F"/>
                </a:solidFill>
                <a:effectLst/>
                <a:highlight>
                  <a:srgbClr val="FFFFFF"/>
                </a:highlight>
                <a:latin typeface="Roboto Mono" pitchFamily="49" charset="0"/>
              </a:rPr>
              <a:t>(</a:t>
            </a:r>
            <a:r>
              <a:rPr lang="en-US" sz="1400" b="0" dirty="0">
                <a:solidFill>
                  <a:srgbClr val="000000"/>
                </a:solidFill>
                <a:effectLst/>
                <a:highlight>
                  <a:srgbClr val="FFFFFF"/>
                </a:highlight>
                <a:latin typeface="Roboto Mono" pitchFamily="49" charset="0"/>
              </a:rPr>
              <a:t>HOUSEHOLD_INCOME_PER_PERSON_AMT, 1, 0</a:t>
            </a:r>
            <a:r>
              <a:rPr lang="en-US" sz="1400" b="0" dirty="0">
                <a:solidFill>
                  <a:srgbClr val="37474F"/>
                </a:solidFill>
                <a:effectLst/>
                <a:highlight>
                  <a:srgbClr val="FFFFFF"/>
                </a:highlight>
                <a:latin typeface="Roboto Mono" pitchFamily="49" charset="0"/>
              </a:rPr>
              <a:t>)</a:t>
            </a:r>
          </a:p>
          <a:p>
            <a:pPr marL="0" indent="0">
              <a:buNone/>
            </a:pPr>
            <a:r>
              <a:rPr lang="en-US" sz="1400" b="0" dirty="0">
                <a:solidFill>
                  <a:srgbClr val="3367D6"/>
                </a:solidFill>
                <a:effectLst/>
                <a:highlight>
                  <a:srgbClr val="FFFFFF"/>
                </a:highlight>
                <a:latin typeface="Roboto Mono" pitchFamily="49" charset="0"/>
              </a:rPr>
              <a:t>OVER</a:t>
            </a:r>
            <a:r>
              <a:rPr lang="en-US" sz="1400" b="0" dirty="0">
                <a:solidFill>
                  <a:srgbClr val="3A474E"/>
                </a:solidFill>
                <a:effectLst/>
                <a:highlight>
                  <a:srgbClr val="FFFFFF"/>
                </a:highlight>
                <a:latin typeface="Roboto Mono" pitchFamily="49" charset="0"/>
              </a:rPr>
              <a:t> </a:t>
            </a:r>
            <a:r>
              <a:rPr lang="en-US" sz="1400" b="0" dirty="0">
                <a:solidFill>
                  <a:srgbClr val="37474F"/>
                </a:solidFill>
                <a:effectLst/>
                <a:highlight>
                  <a:srgbClr val="FFFFFF"/>
                </a:highlight>
                <a:latin typeface="Roboto Mono" pitchFamily="49" charset="0"/>
              </a:rPr>
              <a:t>(</a:t>
            </a:r>
            <a:r>
              <a:rPr lang="en-US" sz="1400" b="0" dirty="0">
                <a:solidFill>
                  <a:srgbClr val="3367D6"/>
                </a:solidFill>
                <a:effectLst/>
                <a:highlight>
                  <a:srgbClr val="FFFFFF"/>
                </a:highlight>
                <a:latin typeface="Roboto Mono" pitchFamily="49" charset="0"/>
              </a:rPr>
              <a:t>PARTITION</a:t>
            </a:r>
            <a:r>
              <a:rPr lang="en-US" sz="1400" b="0" dirty="0">
                <a:solidFill>
                  <a:srgbClr val="3A474E"/>
                </a:solidFill>
                <a:effectLst/>
                <a:highlight>
                  <a:srgbClr val="FFFFFF"/>
                </a:highlight>
                <a:latin typeface="Roboto Mono" pitchFamily="49" charset="0"/>
              </a:rPr>
              <a:t> </a:t>
            </a:r>
            <a:r>
              <a:rPr lang="en-US" sz="1400" b="0" dirty="0">
                <a:solidFill>
                  <a:srgbClr val="3367D6"/>
                </a:solidFill>
                <a:effectLst/>
                <a:highlight>
                  <a:srgbClr val="FFFFFF"/>
                </a:highlight>
                <a:latin typeface="Roboto Mono" pitchFamily="49" charset="0"/>
              </a:rPr>
              <a:t>BY</a:t>
            </a:r>
            <a:r>
              <a:rPr lang="en-US" sz="1400" b="0" dirty="0">
                <a:solidFill>
                  <a:srgbClr val="3A474E"/>
                </a:solidFill>
                <a:effectLst/>
                <a:highlight>
                  <a:srgbClr val="FFFFFF"/>
                </a:highlight>
                <a:latin typeface="Roboto Mono" pitchFamily="49" charset="0"/>
              </a:rPr>
              <a:t> </a:t>
            </a:r>
            <a:r>
              <a:rPr lang="en-US" sz="1400" b="0" dirty="0">
                <a:solidFill>
                  <a:srgbClr val="000000"/>
                </a:solidFill>
                <a:effectLst/>
                <a:highlight>
                  <a:srgbClr val="FFFFFF"/>
                </a:highlight>
                <a:latin typeface="Roboto Mono" pitchFamily="49" charset="0"/>
              </a:rPr>
              <a:t>PATIENT_EDUCATION_ID</a:t>
            </a:r>
            <a:r>
              <a:rPr lang="en-US" sz="1400" b="0" dirty="0">
                <a:solidFill>
                  <a:srgbClr val="3A474E"/>
                </a:solidFill>
                <a:effectLst/>
                <a:highlight>
                  <a:srgbClr val="FFFFFF"/>
                </a:highlight>
                <a:latin typeface="Roboto Mono" pitchFamily="49" charset="0"/>
              </a:rPr>
              <a:t> </a:t>
            </a:r>
            <a:r>
              <a:rPr lang="en-US" sz="1400" b="0" dirty="0">
                <a:solidFill>
                  <a:srgbClr val="3367D6"/>
                </a:solidFill>
                <a:effectLst/>
                <a:highlight>
                  <a:srgbClr val="FFFFFF"/>
                </a:highlight>
                <a:latin typeface="Roboto Mono" pitchFamily="49" charset="0"/>
              </a:rPr>
              <a:t>ORDER</a:t>
            </a:r>
            <a:r>
              <a:rPr lang="en-US" sz="1400" b="0" dirty="0">
                <a:solidFill>
                  <a:srgbClr val="3A474E"/>
                </a:solidFill>
                <a:effectLst/>
                <a:highlight>
                  <a:srgbClr val="FFFFFF"/>
                </a:highlight>
                <a:latin typeface="Roboto Mono" pitchFamily="49" charset="0"/>
              </a:rPr>
              <a:t> </a:t>
            </a:r>
            <a:r>
              <a:rPr lang="en-US" sz="1400" b="0" dirty="0">
                <a:solidFill>
                  <a:srgbClr val="3367D6"/>
                </a:solidFill>
                <a:effectLst/>
                <a:highlight>
                  <a:srgbClr val="FFFFFF"/>
                </a:highlight>
                <a:latin typeface="Roboto Mono" pitchFamily="49" charset="0"/>
              </a:rPr>
              <a:t>BY</a:t>
            </a:r>
            <a:r>
              <a:rPr lang="en-US" sz="1400" b="0" dirty="0">
                <a:solidFill>
                  <a:srgbClr val="3A474E"/>
                </a:solidFill>
                <a:effectLst/>
                <a:highlight>
                  <a:srgbClr val="FFFFFF"/>
                </a:highlight>
                <a:latin typeface="Roboto Mono" pitchFamily="49" charset="0"/>
              </a:rPr>
              <a:t> </a:t>
            </a:r>
            <a:r>
              <a:rPr lang="en-US" sz="1400" b="0" dirty="0">
                <a:solidFill>
                  <a:srgbClr val="000000"/>
                </a:solidFill>
                <a:effectLst/>
                <a:highlight>
                  <a:srgbClr val="FFFFFF"/>
                </a:highlight>
                <a:latin typeface="Roboto Mono" pitchFamily="49" charset="0"/>
              </a:rPr>
              <a:t>HOUSEHOLD_INCOME_PER_PERSON_AMT</a:t>
            </a:r>
            <a:r>
              <a:rPr lang="en-US" sz="1400" b="0" dirty="0">
                <a:solidFill>
                  <a:srgbClr val="3A474E"/>
                </a:solidFill>
                <a:effectLst/>
                <a:highlight>
                  <a:srgbClr val="FFFFFF"/>
                </a:highlight>
                <a:latin typeface="Roboto Mono" pitchFamily="49" charset="0"/>
              </a:rPr>
              <a:t> </a:t>
            </a:r>
            <a:r>
              <a:rPr lang="en-US" sz="1400" b="0" dirty="0">
                <a:solidFill>
                  <a:srgbClr val="3367D6"/>
                </a:solidFill>
                <a:effectLst/>
                <a:highlight>
                  <a:srgbClr val="FFFFFF"/>
                </a:highlight>
                <a:latin typeface="Roboto Mono" pitchFamily="49" charset="0"/>
              </a:rPr>
              <a:t>DESC</a:t>
            </a:r>
            <a:r>
              <a:rPr lang="en-US" sz="1400" b="0" dirty="0">
                <a:solidFill>
                  <a:srgbClr val="37474F"/>
                </a:solidFill>
                <a:effectLst/>
                <a:highlight>
                  <a:srgbClr val="FFFFFF"/>
                </a:highlight>
                <a:latin typeface="Roboto Mono" pitchFamily="49" charset="0"/>
              </a:rPr>
              <a:t>)</a:t>
            </a:r>
            <a:r>
              <a:rPr lang="en-US" sz="1400" b="0" dirty="0">
                <a:solidFill>
                  <a:srgbClr val="3A474E"/>
                </a:solidFill>
                <a:effectLst/>
                <a:highlight>
                  <a:srgbClr val="FFFFFF"/>
                </a:highlight>
                <a:latin typeface="Roboto Mono" pitchFamily="49" charset="0"/>
              </a:rPr>
              <a:t> </a:t>
            </a:r>
            <a:r>
              <a:rPr lang="en-US" sz="1400" b="0" dirty="0">
                <a:solidFill>
                  <a:srgbClr val="3367D6"/>
                </a:solidFill>
                <a:effectLst/>
                <a:highlight>
                  <a:srgbClr val="FFFFFF"/>
                </a:highlight>
                <a:latin typeface="Roboto Mono" pitchFamily="49" charset="0"/>
              </a:rPr>
              <a:t>AS</a:t>
            </a:r>
            <a:r>
              <a:rPr lang="en-US" sz="1400" b="0" dirty="0">
                <a:solidFill>
                  <a:srgbClr val="3A474E"/>
                </a:solidFill>
                <a:effectLst/>
                <a:highlight>
                  <a:srgbClr val="FFFFFF"/>
                </a:highlight>
                <a:latin typeface="Roboto Mono" pitchFamily="49" charset="0"/>
              </a:rPr>
              <a:t> </a:t>
            </a:r>
            <a:r>
              <a:rPr lang="en-US" sz="1400" b="0" dirty="0" err="1">
                <a:solidFill>
                  <a:srgbClr val="000000"/>
                </a:solidFill>
                <a:effectLst/>
                <a:highlight>
                  <a:srgbClr val="FFFFFF"/>
                </a:highlight>
                <a:latin typeface="Roboto Mono" pitchFamily="49" charset="0"/>
              </a:rPr>
              <a:t>prev_income</a:t>
            </a:r>
            <a:endParaRPr lang="en-US" sz="1400" b="0" dirty="0">
              <a:solidFill>
                <a:srgbClr val="3A474E"/>
              </a:solidFill>
              <a:effectLst/>
              <a:highlight>
                <a:srgbClr val="FFFFFF"/>
              </a:highlight>
              <a:latin typeface="Roboto Mono" pitchFamily="49" charset="0"/>
            </a:endParaRPr>
          </a:p>
          <a:p>
            <a:pPr marL="0" indent="0">
              <a:buNone/>
            </a:pPr>
            <a:r>
              <a:rPr lang="en-US" sz="1400" b="0" dirty="0">
                <a:solidFill>
                  <a:srgbClr val="3367D6"/>
                </a:solidFill>
                <a:effectLst/>
                <a:highlight>
                  <a:srgbClr val="FFFFFF"/>
                </a:highlight>
                <a:latin typeface="Roboto Mono" pitchFamily="49" charset="0"/>
              </a:rPr>
              <a:t>FROM</a:t>
            </a:r>
            <a:r>
              <a:rPr lang="en-US" sz="1400" b="0" dirty="0">
                <a:solidFill>
                  <a:srgbClr val="3A474E"/>
                </a:solidFill>
                <a:effectLst/>
                <a:highlight>
                  <a:srgbClr val="FFFFFF"/>
                </a:highlight>
                <a:latin typeface="Roboto Mono" pitchFamily="49" charset="0"/>
              </a:rPr>
              <a:t> </a:t>
            </a:r>
            <a:r>
              <a:rPr lang="en-US" sz="1400" b="0" dirty="0">
                <a:solidFill>
                  <a:srgbClr val="0D904F"/>
                </a:solidFill>
                <a:effectLst/>
                <a:highlight>
                  <a:srgbClr val="FFFFFF"/>
                </a:highlight>
                <a:latin typeface="Roboto Mono" pitchFamily="49" charset="0"/>
              </a:rPr>
              <a:t>`</a:t>
            </a:r>
            <a:r>
              <a:rPr lang="en-US" sz="1400" b="0" dirty="0" err="1">
                <a:solidFill>
                  <a:srgbClr val="0D904F"/>
                </a:solidFill>
                <a:effectLst/>
                <a:highlight>
                  <a:srgbClr val="FFFFFF"/>
                </a:highlight>
                <a:latin typeface="Roboto Mono" pitchFamily="49" charset="0"/>
              </a:rPr>
              <a:t>purplelab-sales.Training_Dataset.DIM_PATIENT</a:t>
            </a:r>
            <a:r>
              <a:rPr lang="en-US" sz="1400" b="0" dirty="0">
                <a:solidFill>
                  <a:srgbClr val="0D904F"/>
                </a:solidFill>
                <a:effectLst/>
                <a:highlight>
                  <a:srgbClr val="FFFFFF"/>
                </a:highlight>
                <a:latin typeface="Roboto Mono" pitchFamily="49" charset="0"/>
              </a:rPr>
              <a:t>`</a:t>
            </a:r>
            <a:r>
              <a:rPr lang="en-US" sz="1400" b="0" dirty="0">
                <a:solidFill>
                  <a:srgbClr val="3A474E"/>
                </a:solidFill>
                <a:effectLst/>
                <a:highlight>
                  <a:srgbClr val="FFFFFF"/>
                </a:highlight>
                <a:latin typeface="Roboto Mono" pitchFamily="49" charset="0"/>
              </a:rPr>
              <a:t> </a:t>
            </a:r>
            <a:r>
              <a:rPr lang="en-US" sz="1400" b="0" dirty="0">
                <a:solidFill>
                  <a:srgbClr val="3367D6"/>
                </a:solidFill>
                <a:effectLst/>
                <a:highlight>
                  <a:srgbClr val="FFFFFF"/>
                </a:highlight>
                <a:latin typeface="Roboto Mono" pitchFamily="49" charset="0"/>
              </a:rPr>
              <a:t>LIMIT</a:t>
            </a:r>
            <a:r>
              <a:rPr lang="en-US" sz="1400" b="0" dirty="0">
                <a:solidFill>
                  <a:srgbClr val="3A474E"/>
                </a:solidFill>
                <a:effectLst/>
                <a:highlight>
                  <a:srgbClr val="FFFFFF"/>
                </a:highlight>
                <a:latin typeface="Roboto Mono" pitchFamily="49" charset="0"/>
              </a:rPr>
              <a:t> </a:t>
            </a:r>
            <a:r>
              <a:rPr lang="en-US" sz="1400" b="0" dirty="0">
                <a:solidFill>
                  <a:srgbClr val="F4511E"/>
                </a:solidFill>
                <a:effectLst/>
                <a:highlight>
                  <a:srgbClr val="FFFFFF"/>
                </a:highlight>
                <a:latin typeface="Roboto Mono" pitchFamily="49" charset="0"/>
              </a:rPr>
              <a:t>1000</a:t>
            </a:r>
            <a:endParaRPr lang="en-US" sz="1400" b="0" dirty="0">
              <a:solidFill>
                <a:srgbClr val="3A474E"/>
              </a:solidFill>
              <a:effectLst/>
              <a:highlight>
                <a:srgbClr val="FFFFFF"/>
              </a:highlight>
              <a:latin typeface="Roboto Mono" pitchFamily="49" charset="0"/>
            </a:endParaRPr>
          </a:p>
          <a:p>
            <a:pPr marL="0" indent="0">
              <a:buNone/>
            </a:pPr>
            <a:endParaRPr lang="en-US" dirty="0"/>
          </a:p>
        </p:txBody>
      </p:sp>
    </p:spTree>
    <p:extLst>
      <p:ext uri="{BB962C8B-B14F-4D97-AF65-F5344CB8AC3E}">
        <p14:creationId xmlns:p14="http://schemas.microsoft.com/office/powerpoint/2010/main" val="101438144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A342BE-CDFE-A11F-581D-A31D123C46B1}"/>
              </a:ext>
            </a:extLst>
          </p:cNvPr>
          <p:cNvSpPr>
            <a:spLocks noGrp="1"/>
          </p:cNvSpPr>
          <p:nvPr>
            <p:ph type="title"/>
          </p:nvPr>
        </p:nvSpPr>
        <p:spPr/>
        <p:txBody>
          <a:bodyPr/>
          <a:lstStyle/>
          <a:p>
            <a:r>
              <a:rPr lang="en-US" dirty="0"/>
              <a:t>LAG (column,1, 0) Sub Query</a:t>
            </a:r>
          </a:p>
        </p:txBody>
      </p:sp>
      <p:sp>
        <p:nvSpPr>
          <p:cNvPr id="3" name="Content Placeholder 2">
            <a:extLst>
              <a:ext uri="{FF2B5EF4-FFF2-40B4-BE49-F238E27FC236}">
                <a16:creationId xmlns:a16="http://schemas.microsoft.com/office/drawing/2014/main" id="{44413403-9579-A790-6F51-A108FF522771}"/>
              </a:ext>
            </a:extLst>
          </p:cNvPr>
          <p:cNvSpPr>
            <a:spLocks noGrp="1"/>
          </p:cNvSpPr>
          <p:nvPr>
            <p:ph idx="1"/>
          </p:nvPr>
        </p:nvSpPr>
        <p:spPr/>
        <p:txBody>
          <a:bodyPr>
            <a:normAutofit/>
          </a:bodyPr>
          <a:lstStyle/>
          <a:p>
            <a:pPr marL="0" indent="0">
              <a:buNone/>
            </a:pPr>
            <a:r>
              <a:rPr lang="en-US" dirty="0"/>
              <a:t>LAG: Value in the previous row.</a:t>
            </a:r>
          </a:p>
          <a:p>
            <a:pPr marL="0" indent="0">
              <a:buNone/>
            </a:pPr>
            <a:endParaRPr lang="en-US" dirty="0"/>
          </a:p>
          <a:p>
            <a:pPr marL="0" indent="0">
              <a:buNone/>
            </a:pPr>
            <a:r>
              <a:rPr lang="en-US" sz="1400" b="0" dirty="0">
                <a:solidFill>
                  <a:srgbClr val="3367D6"/>
                </a:solidFill>
                <a:effectLst/>
                <a:highlight>
                  <a:srgbClr val="FFFFFF"/>
                </a:highlight>
                <a:latin typeface="Roboto Mono" pitchFamily="49" charset="0"/>
              </a:rPr>
              <a:t>SELECT</a:t>
            </a:r>
            <a:r>
              <a:rPr lang="en-US" sz="1400" b="0" dirty="0">
                <a:solidFill>
                  <a:srgbClr val="3A474E"/>
                </a:solidFill>
                <a:effectLst/>
                <a:highlight>
                  <a:srgbClr val="FFFFFF"/>
                </a:highlight>
                <a:latin typeface="Roboto Mono" pitchFamily="49" charset="0"/>
              </a:rPr>
              <a:t> </a:t>
            </a:r>
            <a:r>
              <a:rPr lang="en-US" sz="1400" b="0" dirty="0">
                <a:solidFill>
                  <a:srgbClr val="000000"/>
                </a:solidFill>
                <a:effectLst/>
                <a:highlight>
                  <a:srgbClr val="FFFFFF"/>
                </a:highlight>
                <a:latin typeface="Roboto Mono" pitchFamily="49" charset="0"/>
              </a:rPr>
              <a:t>PATIENT_ID</a:t>
            </a:r>
            <a:r>
              <a:rPr lang="en-US" sz="1400" b="0" dirty="0">
                <a:solidFill>
                  <a:srgbClr val="3A474E"/>
                </a:solidFill>
                <a:effectLst/>
                <a:highlight>
                  <a:srgbClr val="FFFFFF"/>
                </a:highlight>
                <a:latin typeface="Roboto Mono" pitchFamily="49" charset="0"/>
              </a:rPr>
              <a:t>, </a:t>
            </a:r>
            <a:r>
              <a:rPr lang="en-US" sz="1400" b="0" dirty="0">
                <a:solidFill>
                  <a:srgbClr val="000000"/>
                </a:solidFill>
                <a:effectLst/>
                <a:highlight>
                  <a:srgbClr val="FFFFFF"/>
                </a:highlight>
                <a:latin typeface="Roboto Mono" pitchFamily="49" charset="0"/>
              </a:rPr>
              <a:t>PATIENT_EDUCATION_ID</a:t>
            </a:r>
            <a:r>
              <a:rPr lang="en-US" sz="1400" b="0" dirty="0">
                <a:solidFill>
                  <a:srgbClr val="3A474E"/>
                </a:solidFill>
                <a:effectLst/>
                <a:highlight>
                  <a:srgbClr val="FFFFFF"/>
                </a:highlight>
                <a:latin typeface="Roboto Mono" pitchFamily="49" charset="0"/>
              </a:rPr>
              <a:t>, </a:t>
            </a:r>
            <a:r>
              <a:rPr lang="en-US" sz="1400" b="0" dirty="0">
                <a:solidFill>
                  <a:srgbClr val="000000"/>
                </a:solidFill>
                <a:effectLst/>
                <a:highlight>
                  <a:srgbClr val="FFFFFF"/>
                </a:highlight>
                <a:latin typeface="Roboto Mono" pitchFamily="49" charset="0"/>
              </a:rPr>
              <a:t>HOUSEHOLD_INCOME_PER_PERSON_AMT</a:t>
            </a:r>
            <a:r>
              <a:rPr lang="en-US" sz="1400" b="0" dirty="0">
                <a:solidFill>
                  <a:srgbClr val="3A474E"/>
                </a:solidFill>
                <a:effectLst/>
                <a:highlight>
                  <a:srgbClr val="FFFFFF"/>
                </a:highlight>
                <a:latin typeface="Roboto Mono" pitchFamily="49" charset="0"/>
              </a:rPr>
              <a:t>,</a:t>
            </a:r>
          </a:p>
          <a:p>
            <a:pPr marL="0" indent="0">
              <a:buNone/>
            </a:pPr>
            <a:r>
              <a:rPr lang="en-US" sz="1400" b="0" dirty="0">
                <a:solidFill>
                  <a:srgbClr val="3367D6"/>
                </a:solidFill>
                <a:effectLst/>
                <a:highlight>
                  <a:srgbClr val="FFFFFF"/>
                </a:highlight>
                <a:latin typeface="Roboto Mono" pitchFamily="49" charset="0"/>
              </a:rPr>
              <a:t>LAG</a:t>
            </a:r>
            <a:r>
              <a:rPr lang="en-US" sz="1400" b="0" dirty="0">
                <a:solidFill>
                  <a:srgbClr val="3A474E"/>
                </a:solidFill>
                <a:effectLst/>
                <a:highlight>
                  <a:srgbClr val="FFFFFF"/>
                </a:highlight>
                <a:latin typeface="Roboto Mono" pitchFamily="49" charset="0"/>
              </a:rPr>
              <a:t> </a:t>
            </a:r>
            <a:r>
              <a:rPr lang="en-US" sz="1400" b="0" dirty="0">
                <a:solidFill>
                  <a:srgbClr val="37474F"/>
                </a:solidFill>
                <a:effectLst/>
                <a:highlight>
                  <a:srgbClr val="FFFFFF"/>
                </a:highlight>
                <a:latin typeface="Roboto Mono" pitchFamily="49" charset="0"/>
              </a:rPr>
              <a:t>(</a:t>
            </a:r>
            <a:r>
              <a:rPr lang="en-US" sz="1400" b="0" dirty="0">
                <a:solidFill>
                  <a:srgbClr val="000000"/>
                </a:solidFill>
                <a:effectLst/>
                <a:highlight>
                  <a:srgbClr val="FFFFFF"/>
                </a:highlight>
                <a:latin typeface="Roboto Mono" pitchFamily="49" charset="0"/>
              </a:rPr>
              <a:t>HOUSEHOLD_INCOME_PER_PERSON_AMT, 1, 0</a:t>
            </a:r>
            <a:r>
              <a:rPr lang="en-US" sz="1400" b="0" dirty="0">
                <a:solidFill>
                  <a:srgbClr val="37474F"/>
                </a:solidFill>
                <a:effectLst/>
                <a:highlight>
                  <a:srgbClr val="FFFFFF"/>
                </a:highlight>
                <a:latin typeface="Roboto Mono" pitchFamily="49" charset="0"/>
              </a:rPr>
              <a:t>)</a:t>
            </a:r>
          </a:p>
          <a:p>
            <a:pPr marL="0" indent="0">
              <a:buNone/>
            </a:pPr>
            <a:r>
              <a:rPr lang="en-US" sz="1400" b="0" dirty="0">
                <a:solidFill>
                  <a:srgbClr val="3367D6"/>
                </a:solidFill>
                <a:effectLst/>
                <a:highlight>
                  <a:srgbClr val="FFFFFF"/>
                </a:highlight>
                <a:latin typeface="Roboto Mono" pitchFamily="49" charset="0"/>
              </a:rPr>
              <a:t>OVER</a:t>
            </a:r>
            <a:r>
              <a:rPr lang="en-US" sz="1400" b="0" dirty="0">
                <a:solidFill>
                  <a:srgbClr val="3A474E"/>
                </a:solidFill>
                <a:effectLst/>
                <a:highlight>
                  <a:srgbClr val="FFFFFF"/>
                </a:highlight>
                <a:latin typeface="Roboto Mono" pitchFamily="49" charset="0"/>
              </a:rPr>
              <a:t> </a:t>
            </a:r>
            <a:r>
              <a:rPr lang="en-US" sz="1400" b="0" dirty="0">
                <a:solidFill>
                  <a:srgbClr val="37474F"/>
                </a:solidFill>
                <a:effectLst/>
                <a:highlight>
                  <a:srgbClr val="FFFFFF"/>
                </a:highlight>
                <a:latin typeface="Roboto Mono" pitchFamily="49" charset="0"/>
              </a:rPr>
              <a:t>(</a:t>
            </a:r>
            <a:r>
              <a:rPr lang="en-US" sz="1400" b="0" dirty="0">
                <a:solidFill>
                  <a:srgbClr val="3367D6"/>
                </a:solidFill>
                <a:effectLst/>
                <a:highlight>
                  <a:srgbClr val="FFFFFF"/>
                </a:highlight>
                <a:latin typeface="Roboto Mono" pitchFamily="49" charset="0"/>
              </a:rPr>
              <a:t>PARTITION</a:t>
            </a:r>
            <a:r>
              <a:rPr lang="en-US" sz="1400" b="0" dirty="0">
                <a:solidFill>
                  <a:srgbClr val="3A474E"/>
                </a:solidFill>
                <a:effectLst/>
                <a:highlight>
                  <a:srgbClr val="FFFFFF"/>
                </a:highlight>
                <a:latin typeface="Roboto Mono" pitchFamily="49" charset="0"/>
              </a:rPr>
              <a:t> </a:t>
            </a:r>
            <a:r>
              <a:rPr lang="en-US" sz="1400" b="0" dirty="0">
                <a:solidFill>
                  <a:srgbClr val="3367D6"/>
                </a:solidFill>
                <a:effectLst/>
                <a:highlight>
                  <a:srgbClr val="FFFFFF"/>
                </a:highlight>
                <a:latin typeface="Roboto Mono" pitchFamily="49" charset="0"/>
              </a:rPr>
              <a:t>BY</a:t>
            </a:r>
            <a:r>
              <a:rPr lang="en-US" sz="1400" b="0" dirty="0">
                <a:solidFill>
                  <a:srgbClr val="3A474E"/>
                </a:solidFill>
                <a:effectLst/>
                <a:highlight>
                  <a:srgbClr val="FFFFFF"/>
                </a:highlight>
                <a:latin typeface="Roboto Mono" pitchFamily="49" charset="0"/>
              </a:rPr>
              <a:t> </a:t>
            </a:r>
            <a:r>
              <a:rPr lang="en-US" sz="1400" b="0" dirty="0">
                <a:solidFill>
                  <a:srgbClr val="000000"/>
                </a:solidFill>
                <a:effectLst/>
                <a:highlight>
                  <a:srgbClr val="FFFFFF"/>
                </a:highlight>
                <a:latin typeface="Roboto Mono" pitchFamily="49" charset="0"/>
              </a:rPr>
              <a:t>PATIENT_EDUCATION_ID</a:t>
            </a:r>
            <a:r>
              <a:rPr lang="en-US" sz="1400" b="0" dirty="0">
                <a:solidFill>
                  <a:srgbClr val="3A474E"/>
                </a:solidFill>
                <a:effectLst/>
                <a:highlight>
                  <a:srgbClr val="FFFFFF"/>
                </a:highlight>
                <a:latin typeface="Roboto Mono" pitchFamily="49" charset="0"/>
              </a:rPr>
              <a:t> </a:t>
            </a:r>
            <a:r>
              <a:rPr lang="en-US" sz="1400" b="0" dirty="0">
                <a:solidFill>
                  <a:srgbClr val="3367D6"/>
                </a:solidFill>
                <a:effectLst/>
                <a:highlight>
                  <a:srgbClr val="FFFFFF"/>
                </a:highlight>
                <a:latin typeface="Roboto Mono" pitchFamily="49" charset="0"/>
              </a:rPr>
              <a:t>ORDER</a:t>
            </a:r>
            <a:r>
              <a:rPr lang="en-US" sz="1400" b="0" dirty="0">
                <a:solidFill>
                  <a:srgbClr val="3A474E"/>
                </a:solidFill>
                <a:effectLst/>
                <a:highlight>
                  <a:srgbClr val="FFFFFF"/>
                </a:highlight>
                <a:latin typeface="Roboto Mono" pitchFamily="49" charset="0"/>
              </a:rPr>
              <a:t> </a:t>
            </a:r>
            <a:r>
              <a:rPr lang="en-US" sz="1400" b="0" dirty="0">
                <a:solidFill>
                  <a:srgbClr val="3367D6"/>
                </a:solidFill>
                <a:effectLst/>
                <a:highlight>
                  <a:srgbClr val="FFFFFF"/>
                </a:highlight>
                <a:latin typeface="Roboto Mono" pitchFamily="49" charset="0"/>
              </a:rPr>
              <a:t>BY</a:t>
            </a:r>
            <a:r>
              <a:rPr lang="en-US" sz="1400" b="0" dirty="0">
                <a:solidFill>
                  <a:srgbClr val="3A474E"/>
                </a:solidFill>
                <a:effectLst/>
                <a:highlight>
                  <a:srgbClr val="FFFFFF"/>
                </a:highlight>
                <a:latin typeface="Roboto Mono" pitchFamily="49" charset="0"/>
              </a:rPr>
              <a:t> </a:t>
            </a:r>
            <a:r>
              <a:rPr lang="en-US" sz="1400" b="0" dirty="0">
                <a:solidFill>
                  <a:srgbClr val="000000"/>
                </a:solidFill>
                <a:effectLst/>
                <a:highlight>
                  <a:srgbClr val="FFFFFF"/>
                </a:highlight>
                <a:latin typeface="Roboto Mono" pitchFamily="49" charset="0"/>
              </a:rPr>
              <a:t>HOUSEHOLD_INCOME_PER_PERSON_AMT</a:t>
            </a:r>
            <a:r>
              <a:rPr lang="en-US" sz="1400" b="0" dirty="0">
                <a:solidFill>
                  <a:srgbClr val="3A474E"/>
                </a:solidFill>
                <a:effectLst/>
                <a:highlight>
                  <a:srgbClr val="FFFFFF"/>
                </a:highlight>
                <a:latin typeface="Roboto Mono" pitchFamily="49" charset="0"/>
              </a:rPr>
              <a:t> </a:t>
            </a:r>
            <a:r>
              <a:rPr lang="en-US" sz="1400" b="0" dirty="0">
                <a:solidFill>
                  <a:srgbClr val="3367D6"/>
                </a:solidFill>
                <a:effectLst/>
                <a:highlight>
                  <a:srgbClr val="FFFFFF"/>
                </a:highlight>
                <a:latin typeface="Roboto Mono" pitchFamily="49" charset="0"/>
              </a:rPr>
              <a:t>DESC</a:t>
            </a:r>
            <a:r>
              <a:rPr lang="en-US" sz="1400" b="0" dirty="0">
                <a:solidFill>
                  <a:srgbClr val="37474F"/>
                </a:solidFill>
                <a:effectLst/>
                <a:highlight>
                  <a:srgbClr val="FFFFFF"/>
                </a:highlight>
                <a:latin typeface="Roboto Mono" pitchFamily="49" charset="0"/>
              </a:rPr>
              <a:t>)</a:t>
            </a:r>
            <a:r>
              <a:rPr lang="en-US" sz="1400" b="0" dirty="0">
                <a:solidFill>
                  <a:srgbClr val="3A474E"/>
                </a:solidFill>
                <a:effectLst/>
                <a:highlight>
                  <a:srgbClr val="FFFFFF"/>
                </a:highlight>
                <a:latin typeface="Roboto Mono" pitchFamily="49" charset="0"/>
              </a:rPr>
              <a:t> </a:t>
            </a:r>
            <a:r>
              <a:rPr lang="en-US" sz="1400" b="0" dirty="0">
                <a:solidFill>
                  <a:srgbClr val="3367D6"/>
                </a:solidFill>
                <a:effectLst/>
                <a:highlight>
                  <a:srgbClr val="FFFFFF"/>
                </a:highlight>
                <a:latin typeface="Roboto Mono" pitchFamily="49" charset="0"/>
              </a:rPr>
              <a:t>AS</a:t>
            </a:r>
            <a:r>
              <a:rPr lang="en-US" sz="1400" b="0" dirty="0">
                <a:solidFill>
                  <a:srgbClr val="3A474E"/>
                </a:solidFill>
                <a:effectLst/>
                <a:highlight>
                  <a:srgbClr val="FFFFFF"/>
                </a:highlight>
                <a:latin typeface="Roboto Mono" pitchFamily="49" charset="0"/>
              </a:rPr>
              <a:t> </a:t>
            </a:r>
            <a:r>
              <a:rPr lang="en-US" sz="1400" b="0" dirty="0" err="1">
                <a:solidFill>
                  <a:srgbClr val="000000"/>
                </a:solidFill>
                <a:effectLst/>
                <a:highlight>
                  <a:srgbClr val="FFFFFF"/>
                </a:highlight>
                <a:latin typeface="Roboto Mono" pitchFamily="49" charset="0"/>
              </a:rPr>
              <a:t>prev_income</a:t>
            </a:r>
            <a:endParaRPr lang="en-US" sz="1400" b="0" dirty="0">
              <a:solidFill>
                <a:srgbClr val="3A474E"/>
              </a:solidFill>
              <a:effectLst/>
              <a:highlight>
                <a:srgbClr val="FFFFFF"/>
              </a:highlight>
              <a:latin typeface="Roboto Mono" pitchFamily="49" charset="0"/>
            </a:endParaRPr>
          </a:p>
          <a:p>
            <a:pPr marL="0" indent="0">
              <a:buNone/>
            </a:pPr>
            <a:r>
              <a:rPr lang="en-US" sz="1400" b="0" dirty="0">
                <a:solidFill>
                  <a:srgbClr val="3367D6"/>
                </a:solidFill>
                <a:effectLst/>
                <a:highlight>
                  <a:srgbClr val="FFFFFF"/>
                </a:highlight>
                <a:latin typeface="Roboto Mono" pitchFamily="49" charset="0"/>
              </a:rPr>
              <a:t>FROM</a:t>
            </a:r>
            <a:r>
              <a:rPr lang="en-US" sz="1400" b="0" dirty="0">
                <a:solidFill>
                  <a:srgbClr val="3A474E"/>
                </a:solidFill>
                <a:effectLst/>
                <a:highlight>
                  <a:srgbClr val="FFFFFF"/>
                </a:highlight>
                <a:latin typeface="Roboto Mono" pitchFamily="49" charset="0"/>
              </a:rPr>
              <a:t> </a:t>
            </a:r>
            <a:r>
              <a:rPr lang="en-US" sz="1400" b="0" dirty="0">
                <a:solidFill>
                  <a:srgbClr val="0D904F"/>
                </a:solidFill>
                <a:effectLst/>
                <a:highlight>
                  <a:srgbClr val="FFFFFF"/>
                </a:highlight>
                <a:latin typeface="Roboto Mono" pitchFamily="49" charset="0"/>
              </a:rPr>
              <a:t>`</a:t>
            </a:r>
            <a:r>
              <a:rPr lang="en-US" sz="1400" b="0" dirty="0" err="1">
                <a:solidFill>
                  <a:srgbClr val="0D904F"/>
                </a:solidFill>
                <a:effectLst/>
                <a:highlight>
                  <a:srgbClr val="FFFFFF"/>
                </a:highlight>
                <a:latin typeface="Roboto Mono" pitchFamily="49" charset="0"/>
              </a:rPr>
              <a:t>purplelab-sales.Training_Dataset.DIM_PATIENT</a:t>
            </a:r>
            <a:r>
              <a:rPr lang="en-US" sz="1400" b="0" dirty="0">
                <a:solidFill>
                  <a:srgbClr val="0D904F"/>
                </a:solidFill>
                <a:effectLst/>
                <a:highlight>
                  <a:srgbClr val="FFFFFF"/>
                </a:highlight>
                <a:latin typeface="Roboto Mono" pitchFamily="49" charset="0"/>
              </a:rPr>
              <a:t>`</a:t>
            </a:r>
            <a:r>
              <a:rPr lang="en-US" sz="1400" b="0" dirty="0">
                <a:solidFill>
                  <a:srgbClr val="3A474E"/>
                </a:solidFill>
                <a:effectLst/>
                <a:highlight>
                  <a:srgbClr val="FFFFFF"/>
                </a:highlight>
                <a:latin typeface="Roboto Mono" pitchFamily="49" charset="0"/>
              </a:rPr>
              <a:t> </a:t>
            </a:r>
            <a:r>
              <a:rPr lang="en-US" sz="1400" b="0" dirty="0">
                <a:solidFill>
                  <a:srgbClr val="3367D6"/>
                </a:solidFill>
                <a:effectLst/>
                <a:highlight>
                  <a:srgbClr val="FFFFFF"/>
                </a:highlight>
                <a:latin typeface="Roboto Mono" pitchFamily="49" charset="0"/>
              </a:rPr>
              <a:t>LIMIT</a:t>
            </a:r>
            <a:r>
              <a:rPr lang="en-US" sz="1400" b="0" dirty="0">
                <a:solidFill>
                  <a:srgbClr val="3A474E"/>
                </a:solidFill>
                <a:effectLst/>
                <a:highlight>
                  <a:srgbClr val="FFFFFF"/>
                </a:highlight>
                <a:latin typeface="Roboto Mono" pitchFamily="49" charset="0"/>
              </a:rPr>
              <a:t> </a:t>
            </a:r>
            <a:r>
              <a:rPr lang="en-US" sz="1400" b="0" dirty="0">
                <a:solidFill>
                  <a:srgbClr val="F4511E"/>
                </a:solidFill>
                <a:effectLst/>
                <a:highlight>
                  <a:srgbClr val="FFFFFF"/>
                </a:highlight>
                <a:latin typeface="Roboto Mono" pitchFamily="49" charset="0"/>
              </a:rPr>
              <a:t>1000</a:t>
            </a:r>
            <a:endParaRPr lang="en-US" sz="1400" b="0" dirty="0">
              <a:solidFill>
                <a:srgbClr val="3A474E"/>
              </a:solidFill>
              <a:effectLst/>
              <a:highlight>
                <a:srgbClr val="FFFFFF"/>
              </a:highlight>
              <a:latin typeface="Roboto Mono" pitchFamily="49" charset="0"/>
            </a:endParaRPr>
          </a:p>
          <a:p>
            <a:pPr marL="0" indent="0">
              <a:buNone/>
            </a:pPr>
            <a:endParaRPr lang="en-US" dirty="0"/>
          </a:p>
        </p:txBody>
      </p:sp>
    </p:spTree>
    <p:extLst>
      <p:ext uri="{BB962C8B-B14F-4D97-AF65-F5344CB8AC3E}">
        <p14:creationId xmlns:p14="http://schemas.microsoft.com/office/powerpoint/2010/main" val="88923222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A342BE-CDFE-A11F-581D-A31D123C46B1}"/>
              </a:ext>
            </a:extLst>
          </p:cNvPr>
          <p:cNvSpPr>
            <a:spLocks noGrp="1"/>
          </p:cNvSpPr>
          <p:nvPr>
            <p:ph type="title"/>
          </p:nvPr>
        </p:nvSpPr>
        <p:spPr/>
        <p:txBody>
          <a:bodyPr/>
          <a:lstStyle/>
          <a:p>
            <a:r>
              <a:rPr lang="en-US" dirty="0"/>
              <a:t>LAG (column,1, 0)</a:t>
            </a:r>
          </a:p>
        </p:txBody>
      </p:sp>
      <p:sp>
        <p:nvSpPr>
          <p:cNvPr id="3" name="Content Placeholder 2">
            <a:extLst>
              <a:ext uri="{FF2B5EF4-FFF2-40B4-BE49-F238E27FC236}">
                <a16:creationId xmlns:a16="http://schemas.microsoft.com/office/drawing/2014/main" id="{44413403-9579-A790-6F51-A108FF522771}"/>
              </a:ext>
            </a:extLst>
          </p:cNvPr>
          <p:cNvSpPr>
            <a:spLocks noGrp="1"/>
          </p:cNvSpPr>
          <p:nvPr>
            <p:ph idx="1"/>
          </p:nvPr>
        </p:nvSpPr>
        <p:spPr/>
        <p:txBody>
          <a:bodyPr>
            <a:normAutofit/>
          </a:bodyPr>
          <a:lstStyle/>
          <a:p>
            <a:pPr marL="0" indent="0">
              <a:buNone/>
            </a:pPr>
            <a:r>
              <a:rPr lang="en-US" dirty="0"/>
              <a:t>LAG: Value in the previous row.</a:t>
            </a:r>
          </a:p>
          <a:p>
            <a:pPr marL="0" indent="0">
              <a:buNone/>
            </a:pPr>
            <a:endParaRPr lang="en-US" dirty="0"/>
          </a:p>
          <a:p>
            <a:pPr marL="0" indent="0">
              <a:buNone/>
            </a:pPr>
            <a:r>
              <a:rPr lang="en-US" sz="1800" b="0" dirty="0">
                <a:solidFill>
                  <a:srgbClr val="3367D6"/>
                </a:solidFill>
                <a:effectLst/>
                <a:highlight>
                  <a:srgbClr val="FFFFFF"/>
                </a:highlight>
                <a:latin typeface="Roboto Mono" pitchFamily="49" charset="0"/>
              </a:rPr>
              <a:t>SELECT</a:t>
            </a:r>
            <a:r>
              <a:rPr lang="en-US" sz="1800" b="0" dirty="0">
                <a:solidFill>
                  <a:srgbClr val="3A474E"/>
                </a:solidFill>
                <a:effectLst/>
                <a:highlight>
                  <a:srgbClr val="FFFFFF"/>
                </a:highlight>
                <a:latin typeface="Roboto Mono" pitchFamily="49" charset="0"/>
              </a:rPr>
              <a:t> </a:t>
            </a:r>
            <a:r>
              <a:rPr lang="en-US" sz="1800" b="0" dirty="0">
                <a:solidFill>
                  <a:srgbClr val="37474F"/>
                </a:solidFill>
                <a:effectLst/>
                <a:highlight>
                  <a:srgbClr val="FFFFFF"/>
                </a:highlight>
                <a:latin typeface="Roboto Mono" pitchFamily="49" charset="0"/>
              </a:rPr>
              <a:t>*</a:t>
            </a:r>
            <a:r>
              <a:rPr lang="en-US" sz="1800" b="0" dirty="0">
                <a:solidFill>
                  <a:srgbClr val="3A474E"/>
                </a:solidFill>
                <a:effectLst/>
                <a:highlight>
                  <a:srgbClr val="FFFFFF"/>
                </a:highlight>
                <a:latin typeface="Roboto Mono" pitchFamily="49" charset="0"/>
              </a:rPr>
              <a:t> </a:t>
            </a:r>
            <a:r>
              <a:rPr lang="en-US" sz="1800" b="0" dirty="0">
                <a:solidFill>
                  <a:srgbClr val="3367D6"/>
                </a:solidFill>
                <a:effectLst/>
                <a:highlight>
                  <a:srgbClr val="FFFFFF"/>
                </a:highlight>
                <a:latin typeface="Roboto Mono" pitchFamily="49" charset="0"/>
              </a:rPr>
              <a:t>FROM</a:t>
            </a:r>
            <a:r>
              <a:rPr lang="en-US" sz="1800" b="0" dirty="0">
                <a:solidFill>
                  <a:srgbClr val="3A474E"/>
                </a:solidFill>
                <a:effectLst/>
                <a:highlight>
                  <a:srgbClr val="FFFFFF"/>
                </a:highlight>
                <a:latin typeface="Roboto Mono" pitchFamily="49" charset="0"/>
              </a:rPr>
              <a:t> </a:t>
            </a:r>
          </a:p>
          <a:p>
            <a:pPr marL="0" indent="0">
              <a:buNone/>
            </a:pPr>
            <a:r>
              <a:rPr lang="en-US" sz="1800" b="0" dirty="0">
                <a:solidFill>
                  <a:srgbClr val="37474F"/>
                </a:solidFill>
                <a:effectLst/>
                <a:highlight>
                  <a:srgbClr val="FFFFFF"/>
                </a:highlight>
                <a:latin typeface="Roboto Mono" pitchFamily="49" charset="0"/>
              </a:rPr>
              <a:t>(</a:t>
            </a:r>
            <a:r>
              <a:rPr lang="en-US" sz="1800" b="0" dirty="0">
                <a:solidFill>
                  <a:srgbClr val="3367D6"/>
                </a:solidFill>
                <a:effectLst/>
                <a:highlight>
                  <a:srgbClr val="FFFFFF"/>
                </a:highlight>
                <a:latin typeface="Roboto Mono" pitchFamily="49" charset="0"/>
              </a:rPr>
              <a:t>SELECT</a:t>
            </a:r>
            <a:r>
              <a:rPr lang="en-US" sz="1800" b="0" dirty="0">
                <a:solidFill>
                  <a:srgbClr val="3A474E"/>
                </a:solidFill>
                <a:effectLst/>
                <a:highlight>
                  <a:srgbClr val="FFFFFF"/>
                </a:highlight>
                <a:latin typeface="Roboto Mono" pitchFamily="49" charset="0"/>
              </a:rPr>
              <a:t> </a:t>
            </a:r>
            <a:r>
              <a:rPr lang="en-US" sz="1800" b="0" dirty="0">
                <a:solidFill>
                  <a:srgbClr val="000000"/>
                </a:solidFill>
                <a:effectLst/>
                <a:highlight>
                  <a:srgbClr val="FFFFFF"/>
                </a:highlight>
                <a:latin typeface="Roboto Mono" pitchFamily="49" charset="0"/>
              </a:rPr>
              <a:t>PATIENT_ID</a:t>
            </a:r>
            <a:r>
              <a:rPr lang="en-US" sz="1800" b="0" dirty="0">
                <a:solidFill>
                  <a:srgbClr val="3A474E"/>
                </a:solidFill>
                <a:effectLst/>
                <a:highlight>
                  <a:srgbClr val="FFFFFF"/>
                </a:highlight>
                <a:latin typeface="Roboto Mono" pitchFamily="49" charset="0"/>
              </a:rPr>
              <a:t>, </a:t>
            </a:r>
            <a:r>
              <a:rPr lang="en-US" sz="1800" b="0" dirty="0">
                <a:solidFill>
                  <a:srgbClr val="000000"/>
                </a:solidFill>
                <a:effectLst/>
                <a:highlight>
                  <a:srgbClr val="FFFFFF"/>
                </a:highlight>
                <a:latin typeface="Roboto Mono" pitchFamily="49" charset="0"/>
              </a:rPr>
              <a:t>PATIENT_EDUCATION_ID</a:t>
            </a:r>
            <a:r>
              <a:rPr lang="en-US" sz="1800" b="0" dirty="0">
                <a:solidFill>
                  <a:srgbClr val="3A474E"/>
                </a:solidFill>
                <a:effectLst/>
                <a:highlight>
                  <a:srgbClr val="FFFFFF"/>
                </a:highlight>
                <a:latin typeface="Roboto Mono" pitchFamily="49" charset="0"/>
              </a:rPr>
              <a:t>, </a:t>
            </a:r>
            <a:r>
              <a:rPr lang="en-US" sz="1800" b="0" dirty="0">
                <a:solidFill>
                  <a:srgbClr val="000000"/>
                </a:solidFill>
                <a:effectLst/>
                <a:highlight>
                  <a:srgbClr val="FFFFFF"/>
                </a:highlight>
                <a:latin typeface="Roboto Mono" pitchFamily="49" charset="0"/>
              </a:rPr>
              <a:t>HOUSEHOLD_INCOME_PER_PERSON_AMT</a:t>
            </a:r>
            <a:r>
              <a:rPr lang="en-US" sz="1800" b="0" dirty="0">
                <a:solidFill>
                  <a:srgbClr val="3A474E"/>
                </a:solidFill>
                <a:effectLst/>
                <a:highlight>
                  <a:srgbClr val="FFFFFF"/>
                </a:highlight>
                <a:latin typeface="Roboto Mono" pitchFamily="49" charset="0"/>
              </a:rPr>
              <a:t>,</a:t>
            </a:r>
          </a:p>
          <a:p>
            <a:pPr marL="0" indent="0">
              <a:buNone/>
            </a:pPr>
            <a:r>
              <a:rPr lang="en-US" sz="1800" b="0" dirty="0">
                <a:solidFill>
                  <a:srgbClr val="3367D6"/>
                </a:solidFill>
                <a:effectLst/>
                <a:highlight>
                  <a:srgbClr val="FFFFFF"/>
                </a:highlight>
                <a:latin typeface="Roboto Mono" pitchFamily="49" charset="0"/>
              </a:rPr>
              <a:t>LAG</a:t>
            </a:r>
            <a:r>
              <a:rPr lang="en-US" sz="1800" b="0" dirty="0">
                <a:solidFill>
                  <a:srgbClr val="3A474E"/>
                </a:solidFill>
                <a:effectLst/>
                <a:highlight>
                  <a:srgbClr val="FFFFFF"/>
                </a:highlight>
                <a:latin typeface="Roboto Mono" pitchFamily="49" charset="0"/>
              </a:rPr>
              <a:t> </a:t>
            </a:r>
            <a:r>
              <a:rPr lang="en-US" sz="1800" b="0" dirty="0">
                <a:solidFill>
                  <a:srgbClr val="37474F"/>
                </a:solidFill>
                <a:effectLst/>
                <a:highlight>
                  <a:srgbClr val="FFFFFF"/>
                </a:highlight>
                <a:latin typeface="Roboto Mono" pitchFamily="49" charset="0"/>
              </a:rPr>
              <a:t>(</a:t>
            </a:r>
            <a:r>
              <a:rPr lang="en-US" sz="1800" b="0" dirty="0">
                <a:solidFill>
                  <a:srgbClr val="000000"/>
                </a:solidFill>
                <a:effectLst/>
                <a:highlight>
                  <a:srgbClr val="FFFFFF"/>
                </a:highlight>
                <a:latin typeface="Roboto Mono" pitchFamily="49" charset="0"/>
              </a:rPr>
              <a:t>HOUSEHOLD_INCOME_PER_PERSON_AMT</a:t>
            </a:r>
            <a:r>
              <a:rPr lang="en-US" sz="1800" b="0" dirty="0">
                <a:solidFill>
                  <a:srgbClr val="3A474E"/>
                </a:solidFill>
                <a:effectLst/>
                <a:highlight>
                  <a:srgbClr val="FFFFFF"/>
                </a:highlight>
                <a:latin typeface="Roboto Mono" pitchFamily="49" charset="0"/>
              </a:rPr>
              <a:t>,</a:t>
            </a:r>
            <a:r>
              <a:rPr lang="en-US" sz="1800" b="0" dirty="0">
                <a:solidFill>
                  <a:srgbClr val="F4511E"/>
                </a:solidFill>
                <a:effectLst/>
                <a:highlight>
                  <a:srgbClr val="FFFFFF"/>
                </a:highlight>
                <a:latin typeface="Roboto Mono" pitchFamily="49" charset="0"/>
              </a:rPr>
              <a:t>1</a:t>
            </a:r>
            <a:r>
              <a:rPr lang="en-US" sz="1800" b="0" dirty="0">
                <a:solidFill>
                  <a:srgbClr val="3A474E"/>
                </a:solidFill>
                <a:effectLst/>
                <a:highlight>
                  <a:srgbClr val="FFFFFF"/>
                </a:highlight>
                <a:latin typeface="Roboto Mono" pitchFamily="49" charset="0"/>
              </a:rPr>
              <a:t>,</a:t>
            </a:r>
            <a:r>
              <a:rPr lang="en-US" sz="1800" b="0" dirty="0">
                <a:solidFill>
                  <a:srgbClr val="F4511E"/>
                </a:solidFill>
                <a:effectLst/>
                <a:highlight>
                  <a:srgbClr val="FFFFFF"/>
                </a:highlight>
                <a:latin typeface="Roboto Mono" pitchFamily="49" charset="0"/>
              </a:rPr>
              <a:t>0</a:t>
            </a:r>
            <a:r>
              <a:rPr lang="en-US" sz="1800" b="0" dirty="0">
                <a:solidFill>
                  <a:srgbClr val="37474F"/>
                </a:solidFill>
                <a:effectLst/>
                <a:highlight>
                  <a:srgbClr val="FFFFFF"/>
                </a:highlight>
                <a:latin typeface="Roboto Mono" pitchFamily="49" charset="0"/>
              </a:rPr>
              <a:t>)</a:t>
            </a:r>
            <a:r>
              <a:rPr lang="en-US" sz="1800" b="0" dirty="0">
                <a:solidFill>
                  <a:srgbClr val="3367D6"/>
                </a:solidFill>
                <a:effectLst/>
                <a:highlight>
                  <a:srgbClr val="FFFFFF"/>
                </a:highlight>
                <a:latin typeface="Roboto Mono" pitchFamily="49" charset="0"/>
              </a:rPr>
              <a:t>OVER</a:t>
            </a:r>
            <a:r>
              <a:rPr lang="en-US" sz="1800" b="0" dirty="0">
                <a:solidFill>
                  <a:srgbClr val="3A474E"/>
                </a:solidFill>
                <a:effectLst/>
                <a:highlight>
                  <a:srgbClr val="FFFFFF"/>
                </a:highlight>
                <a:latin typeface="Roboto Mono" pitchFamily="49" charset="0"/>
              </a:rPr>
              <a:t> </a:t>
            </a:r>
            <a:r>
              <a:rPr lang="en-US" sz="1800" b="0" dirty="0">
                <a:solidFill>
                  <a:srgbClr val="37474F"/>
                </a:solidFill>
                <a:effectLst/>
                <a:highlight>
                  <a:srgbClr val="FFFFFF"/>
                </a:highlight>
                <a:latin typeface="Roboto Mono" pitchFamily="49" charset="0"/>
              </a:rPr>
              <a:t>(</a:t>
            </a:r>
            <a:r>
              <a:rPr lang="en-US" sz="1800" b="0" dirty="0">
                <a:solidFill>
                  <a:srgbClr val="3367D6"/>
                </a:solidFill>
                <a:effectLst/>
                <a:highlight>
                  <a:srgbClr val="FFFFFF"/>
                </a:highlight>
                <a:latin typeface="Roboto Mono" pitchFamily="49" charset="0"/>
              </a:rPr>
              <a:t>PARTITION</a:t>
            </a:r>
            <a:r>
              <a:rPr lang="en-US" sz="1800" b="0" dirty="0">
                <a:solidFill>
                  <a:srgbClr val="3A474E"/>
                </a:solidFill>
                <a:effectLst/>
                <a:highlight>
                  <a:srgbClr val="FFFFFF"/>
                </a:highlight>
                <a:latin typeface="Roboto Mono" pitchFamily="49" charset="0"/>
              </a:rPr>
              <a:t> </a:t>
            </a:r>
            <a:r>
              <a:rPr lang="en-US" sz="1800" b="0" dirty="0">
                <a:solidFill>
                  <a:srgbClr val="3367D6"/>
                </a:solidFill>
                <a:effectLst/>
                <a:highlight>
                  <a:srgbClr val="FFFFFF"/>
                </a:highlight>
                <a:latin typeface="Roboto Mono" pitchFamily="49" charset="0"/>
              </a:rPr>
              <a:t>BY</a:t>
            </a:r>
            <a:r>
              <a:rPr lang="en-US" sz="1800" b="0" dirty="0">
                <a:solidFill>
                  <a:srgbClr val="3A474E"/>
                </a:solidFill>
                <a:effectLst/>
                <a:highlight>
                  <a:srgbClr val="FFFFFF"/>
                </a:highlight>
                <a:latin typeface="Roboto Mono" pitchFamily="49" charset="0"/>
              </a:rPr>
              <a:t> </a:t>
            </a:r>
            <a:r>
              <a:rPr lang="en-US" sz="1800" b="0" dirty="0">
                <a:solidFill>
                  <a:srgbClr val="000000"/>
                </a:solidFill>
                <a:effectLst/>
                <a:highlight>
                  <a:srgbClr val="FFFFFF"/>
                </a:highlight>
                <a:latin typeface="Roboto Mono" pitchFamily="49" charset="0"/>
              </a:rPr>
              <a:t>PATIENT_EDUCATION_ID</a:t>
            </a:r>
            <a:r>
              <a:rPr lang="en-US" sz="1800" b="0" dirty="0">
                <a:solidFill>
                  <a:srgbClr val="3A474E"/>
                </a:solidFill>
                <a:effectLst/>
                <a:highlight>
                  <a:srgbClr val="FFFFFF"/>
                </a:highlight>
                <a:latin typeface="Roboto Mono" pitchFamily="49" charset="0"/>
              </a:rPr>
              <a:t> </a:t>
            </a:r>
            <a:r>
              <a:rPr lang="en-US" sz="1800" b="0" dirty="0">
                <a:solidFill>
                  <a:srgbClr val="3367D6"/>
                </a:solidFill>
                <a:effectLst/>
                <a:highlight>
                  <a:srgbClr val="FFFFFF"/>
                </a:highlight>
                <a:latin typeface="Roboto Mono" pitchFamily="49" charset="0"/>
              </a:rPr>
              <a:t>ORDER</a:t>
            </a:r>
            <a:r>
              <a:rPr lang="en-US" sz="1800" b="0" dirty="0">
                <a:solidFill>
                  <a:srgbClr val="3A474E"/>
                </a:solidFill>
                <a:effectLst/>
                <a:highlight>
                  <a:srgbClr val="FFFFFF"/>
                </a:highlight>
                <a:latin typeface="Roboto Mono" pitchFamily="49" charset="0"/>
              </a:rPr>
              <a:t> </a:t>
            </a:r>
            <a:r>
              <a:rPr lang="en-US" sz="1800" b="0" dirty="0">
                <a:solidFill>
                  <a:srgbClr val="3367D6"/>
                </a:solidFill>
                <a:effectLst/>
                <a:highlight>
                  <a:srgbClr val="FFFFFF"/>
                </a:highlight>
                <a:latin typeface="Roboto Mono" pitchFamily="49" charset="0"/>
              </a:rPr>
              <a:t>BY</a:t>
            </a:r>
            <a:r>
              <a:rPr lang="en-US" sz="1800" b="0" dirty="0">
                <a:solidFill>
                  <a:srgbClr val="3A474E"/>
                </a:solidFill>
                <a:effectLst/>
                <a:highlight>
                  <a:srgbClr val="FFFFFF"/>
                </a:highlight>
                <a:latin typeface="Roboto Mono" pitchFamily="49" charset="0"/>
              </a:rPr>
              <a:t> </a:t>
            </a:r>
            <a:r>
              <a:rPr lang="en-US" sz="1800" b="0" dirty="0">
                <a:solidFill>
                  <a:srgbClr val="000000"/>
                </a:solidFill>
                <a:effectLst/>
                <a:highlight>
                  <a:srgbClr val="FFFFFF"/>
                </a:highlight>
                <a:latin typeface="Roboto Mono" pitchFamily="49" charset="0"/>
              </a:rPr>
              <a:t>HOUSEHOLD_INCOME_PER_PERSON_AMT</a:t>
            </a:r>
            <a:r>
              <a:rPr lang="en-US" sz="1800" b="0" dirty="0">
                <a:solidFill>
                  <a:srgbClr val="3A474E"/>
                </a:solidFill>
                <a:effectLst/>
                <a:highlight>
                  <a:srgbClr val="FFFFFF"/>
                </a:highlight>
                <a:latin typeface="Roboto Mono" pitchFamily="49" charset="0"/>
              </a:rPr>
              <a:t> </a:t>
            </a:r>
            <a:r>
              <a:rPr lang="en-US" sz="1800" b="0" dirty="0">
                <a:solidFill>
                  <a:srgbClr val="3367D6"/>
                </a:solidFill>
                <a:effectLst/>
                <a:highlight>
                  <a:srgbClr val="FFFFFF"/>
                </a:highlight>
                <a:latin typeface="Roboto Mono" pitchFamily="49" charset="0"/>
              </a:rPr>
              <a:t>DESC</a:t>
            </a:r>
            <a:r>
              <a:rPr lang="en-US" sz="1800" b="0" dirty="0">
                <a:solidFill>
                  <a:srgbClr val="37474F"/>
                </a:solidFill>
                <a:effectLst/>
                <a:highlight>
                  <a:srgbClr val="FFFFFF"/>
                </a:highlight>
                <a:latin typeface="Roboto Mono" pitchFamily="49" charset="0"/>
              </a:rPr>
              <a:t>)</a:t>
            </a:r>
            <a:r>
              <a:rPr lang="en-US" sz="1800" b="0" dirty="0">
                <a:solidFill>
                  <a:srgbClr val="3A474E"/>
                </a:solidFill>
                <a:effectLst/>
                <a:highlight>
                  <a:srgbClr val="FFFFFF"/>
                </a:highlight>
                <a:latin typeface="Roboto Mono" pitchFamily="49" charset="0"/>
              </a:rPr>
              <a:t> </a:t>
            </a:r>
            <a:r>
              <a:rPr lang="en-US" sz="1800" b="0" dirty="0">
                <a:solidFill>
                  <a:srgbClr val="3367D6"/>
                </a:solidFill>
                <a:effectLst/>
                <a:highlight>
                  <a:srgbClr val="FFFFFF"/>
                </a:highlight>
                <a:latin typeface="Roboto Mono" pitchFamily="49" charset="0"/>
              </a:rPr>
              <a:t>AS</a:t>
            </a:r>
            <a:r>
              <a:rPr lang="en-US" sz="1800" b="0" dirty="0">
                <a:solidFill>
                  <a:srgbClr val="3A474E"/>
                </a:solidFill>
                <a:effectLst/>
                <a:highlight>
                  <a:srgbClr val="FFFFFF"/>
                </a:highlight>
                <a:latin typeface="Roboto Mono" pitchFamily="49" charset="0"/>
              </a:rPr>
              <a:t> </a:t>
            </a:r>
            <a:r>
              <a:rPr lang="en-US" sz="1800" b="0" dirty="0" err="1">
                <a:solidFill>
                  <a:srgbClr val="000000"/>
                </a:solidFill>
                <a:effectLst/>
                <a:highlight>
                  <a:srgbClr val="FFFFFF"/>
                </a:highlight>
                <a:latin typeface="Roboto Mono" pitchFamily="49" charset="0"/>
              </a:rPr>
              <a:t>prev_income</a:t>
            </a:r>
            <a:endParaRPr lang="en-US" sz="1800" b="0" dirty="0">
              <a:solidFill>
                <a:srgbClr val="3A474E"/>
              </a:solidFill>
              <a:effectLst/>
              <a:highlight>
                <a:srgbClr val="FFFFFF"/>
              </a:highlight>
              <a:latin typeface="Roboto Mono" pitchFamily="49" charset="0"/>
            </a:endParaRPr>
          </a:p>
          <a:p>
            <a:pPr marL="0" indent="0">
              <a:buNone/>
            </a:pPr>
            <a:r>
              <a:rPr lang="en-US" sz="1800" b="0" dirty="0">
                <a:solidFill>
                  <a:srgbClr val="3367D6"/>
                </a:solidFill>
                <a:effectLst/>
                <a:highlight>
                  <a:srgbClr val="FFFFFF"/>
                </a:highlight>
                <a:latin typeface="Roboto Mono" pitchFamily="49" charset="0"/>
              </a:rPr>
              <a:t>FROM</a:t>
            </a:r>
            <a:r>
              <a:rPr lang="en-US" sz="1800" b="0" dirty="0">
                <a:solidFill>
                  <a:srgbClr val="3A474E"/>
                </a:solidFill>
                <a:effectLst/>
                <a:highlight>
                  <a:srgbClr val="FFFFFF"/>
                </a:highlight>
                <a:latin typeface="Roboto Mono" pitchFamily="49" charset="0"/>
              </a:rPr>
              <a:t> </a:t>
            </a:r>
            <a:r>
              <a:rPr lang="en-US" sz="1800" b="0" dirty="0">
                <a:solidFill>
                  <a:srgbClr val="0D904F"/>
                </a:solidFill>
                <a:effectLst/>
                <a:highlight>
                  <a:srgbClr val="FFFFFF"/>
                </a:highlight>
                <a:latin typeface="Roboto Mono" pitchFamily="49" charset="0"/>
              </a:rPr>
              <a:t>`</a:t>
            </a:r>
            <a:r>
              <a:rPr lang="en-US" sz="1800" b="0" dirty="0" err="1">
                <a:solidFill>
                  <a:srgbClr val="0D904F"/>
                </a:solidFill>
                <a:effectLst/>
                <a:highlight>
                  <a:srgbClr val="FFFFFF"/>
                </a:highlight>
                <a:latin typeface="Roboto Mono" pitchFamily="49" charset="0"/>
              </a:rPr>
              <a:t>purplelab-sales.Training_Dataset.DIM_PATIENT</a:t>
            </a:r>
            <a:r>
              <a:rPr lang="en-US" sz="1800" b="0" dirty="0">
                <a:solidFill>
                  <a:srgbClr val="0D904F"/>
                </a:solidFill>
                <a:effectLst/>
                <a:highlight>
                  <a:srgbClr val="FFFFFF"/>
                </a:highlight>
                <a:latin typeface="Roboto Mono" pitchFamily="49" charset="0"/>
              </a:rPr>
              <a:t>`</a:t>
            </a:r>
            <a:r>
              <a:rPr lang="en-US" sz="1800" b="0" dirty="0">
                <a:solidFill>
                  <a:srgbClr val="3A474E"/>
                </a:solidFill>
                <a:effectLst/>
                <a:highlight>
                  <a:srgbClr val="FFFFFF"/>
                </a:highlight>
                <a:latin typeface="Roboto Mono" pitchFamily="49" charset="0"/>
              </a:rPr>
              <a:t> </a:t>
            </a:r>
            <a:r>
              <a:rPr lang="en-US" sz="1800" b="0" dirty="0">
                <a:solidFill>
                  <a:srgbClr val="3367D6"/>
                </a:solidFill>
                <a:effectLst/>
                <a:highlight>
                  <a:srgbClr val="FFFFFF"/>
                </a:highlight>
                <a:latin typeface="Roboto Mono" pitchFamily="49" charset="0"/>
              </a:rPr>
              <a:t>LIMIT</a:t>
            </a:r>
            <a:r>
              <a:rPr lang="en-US" sz="1800" b="0" dirty="0">
                <a:solidFill>
                  <a:srgbClr val="3A474E"/>
                </a:solidFill>
                <a:effectLst/>
                <a:highlight>
                  <a:srgbClr val="FFFFFF"/>
                </a:highlight>
                <a:latin typeface="Roboto Mono" pitchFamily="49" charset="0"/>
              </a:rPr>
              <a:t> </a:t>
            </a:r>
            <a:r>
              <a:rPr lang="en-US" sz="1800" b="0" dirty="0">
                <a:solidFill>
                  <a:srgbClr val="F4511E"/>
                </a:solidFill>
                <a:effectLst/>
                <a:highlight>
                  <a:srgbClr val="FFFFFF"/>
                </a:highlight>
                <a:latin typeface="Roboto Mono" pitchFamily="49" charset="0"/>
              </a:rPr>
              <a:t>1000</a:t>
            </a:r>
            <a:r>
              <a:rPr lang="en-US" sz="1800" b="0" dirty="0">
                <a:solidFill>
                  <a:srgbClr val="37474F"/>
                </a:solidFill>
                <a:effectLst/>
                <a:highlight>
                  <a:srgbClr val="FFFFFF"/>
                </a:highlight>
                <a:latin typeface="Roboto Mono" pitchFamily="49" charset="0"/>
              </a:rPr>
              <a:t>)</a:t>
            </a:r>
            <a:r>
              <a:rPr lang="en-US" sz="1800" b="0" dirty="0">
                <a:solidFill>
                  <a:srgbClr val="3A474E"/>
                </a:solidFill>
                <a:effectLst/>
                <a:highlight>
                  <a:srgbClr val="FFFFFF"/>
                </a:highlight>
                <a:latin typeface="Roboto Mono" pitchFamily="49" charset="0"/>
              </a:rPr>
              <a:t> </a:t>
            </a:r>
            <a:r>
              <a:rPr lang="en-US" sz="1800" b="0" dirty="0">
                <a:solidFill>
                  <a:srgbClr val="000000"/>
                </a:solidFill>
                <a:effectLst/>
                <a:highlight>
                  <a:srgbClr val="FFFFFF"/>
                </a:highlight>
                <a:latin typeface="Roboto Mono" pitchFamily="49" charset="0"/>
              </a:rPr>
              <a:t>t</a:t>
            </a:r>
            <a:endParaRPr lang="en-US" sz="1800" b="0" dirty="0">
              <a:solidFill>
                <a:srgbClr val="3A474E"/>
              </a:solidFill>
              <a:effectLst/>
              <a:highlight>
                <a:srgbClr val="FFFFFF"/>
              </a:highlight>
              <a:latin typeface="Roboto Mono" pitchFamily="49" charset="0"/>
            </a:endParaRPr>
          </a:p>
          <a:p>
            <a:pPr marL="0" indent="0">
              <a:buNone/>
            </a:pPr>
            <a:r>
              <a:rPr lang="en-US" sz="1800" b="0" dirty="0">
                <a:solidFill>
                  <a:srgbClr val="3367D6"/>
                </a:solidFill>
                <a:effectLst/>
                <a:highlight>
                  <a:srgbClr val="FFFFFF"/>
                </a:highlight>
                <a:latin typeface="Roboto Mono" pitchFamily="49" charset="0"/>
              </a:rPr>
              <a:t>WHERE</a:t>
            </a:r>
            <a:r>
              <a:rPr lang="en-US" sz="1800" b="0" dirty="0">
                <a:solidFill>
                  <a:srgbClr val="3A474E"/>
                </a:solidFill>
                <a:effectLst/>
                <a:highlight>
                  <a:srgbClr val="FFFFFF"/>
                </a:highlight>
                <a:latin typeface="Roboto Mono" pitchFamily="49" charset="0"/>
              </a:rPr>
              <a:t> </a:t>
            </a:r>
            <a:r>
              <a:rPr lang="en-US" sz="1800" b="0" dirty="0" err="1">
                <a:solidFill>
                  <a:srgbClr val="000000"/>
                </a:solidFill>
                <a:effectLst/>
                <a:highlight>
                  <a:srgbClr val="FFFFFF"/>
                </a:highlight>
                <a:latin typeface="Roboto Mono" pitchFamily="49" charset="0"/>
              </a:rPr>
              <a:t>t.HOUSEHOLD_INCOME_PER_PERSON_AMT</a:t>
            </a:r>
            <a:r>
              <a:rPr lang="en-US" sz="1800" b="0" dirty="0">
                <a:solidFill>
                  <a:srgbClr val="3A474E"/>
                </a:solidFill>
                <a:effectLst/>
                <a:highlight>
                  <a:srgbClr val="FFFFFF"/>
                </a:highlight>
                <a:latin typeface="Roboto Mono" pitchFamily="49" charset="0"/>
              </a:rPr>
              <a:t>=</a:t>
            </a:r>
            <a:r>
              <a:rPr lang="en-US" sz="1800" b="0" dirty="0" err="1">
                <a:solidFill>
                  <a:srgbClr val="000000"/>
                </a:solidFill>
                <a:effectLst/>
                <a:highlight>
                  <a:srgbClr val="FFFFFF"/>
                </a:highlight>
                <a:latin typeface="Roboto Mono" pitchFamily="49" charset="0"/>
              </a:rPr>
              <a:t>prev_income</a:t>
            </a:r>
            <a:endParaRPr lang="en-US" sz="1800" b="0" dirty="0">
              <a:solidFill>
                <a:srgbClr val="3A474E"/>
              </a:solidFill>
              <a:effectLst/>
              <a:highlight>
                <a:srgbClr val="FFFFFF"/>
              </a:highlight>
              <a:latin typeface="Roboto Mono" pitchFamily="49" charset="0"/>
            </a:endParaRPr>
          </a:p>
          <a:p>
            <a:pPr marL="0" indent="0">
              <a:buNone/>
            </a:pPr>
            <a:endParaRPr lang="en-US" dirty="0"/>
          </a:p>
        </p:txBody>
      </p:sp>
    </p:spTree>
    <p:extLst>
      <p:ext uri="{BB962C8B-B14F-4D97-AF65-F5344CB8AC3E}">
        <p14:creationId xmlns:p14="http://schemas.microsoft.com/office/powerpoint/2010/main" val="281356205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A342BE-CDFE-A11F-581D-A31D123C46B1}"/>
              </a:ext>
            </a:extLst>
          </p:cNvPr>
          <p:cNvSpPr>
            <a:spLocks noGrp="1"/>
          </p:cNvSpPr>
          <p:nvPr>
            <p:ph type="title"/>
          </p:nvPr>
        </p:nvSpPr>
        <p:spPr/>
        <p:txBody>
          <a:bodyPr/>
          <a:lstStyle/>
          <a:p>
            <a:r>
              <a:rPr lang="en-US" dirty="0"/>
              <a:t>LEAD (column, [num rows next, default])</a:t>
            </a:r>
          </a:p>
        </p:txBody>
      </p:sp>
      <p:sp>
        <p:nvSpPr>
          <p:cNvPr id="3" name="Content Placeholder 2">
            <a:extLst>
              <a:ext uri="{FF2B5EF4-FFF2-40B4-BE49-F238E27FC236}">
                <a16:creationId xmlns:a16="http://schemas.microsoft.com/office/drawing/2014/main" id="{44413403-9579-A790-6F51-A108FF522771}"/>
              </a:ext>
            </a:extLst>
          </p:cNvPr>
          <p:cNvSpPr>
            <a:spLocks noGrp="1"/>
          </p:cNvSpPr>
          <p:nvPr>
            <p:ph idx="1"/>
          </p:nvPr>
        </p:nvSpPr>
        <p:spPr/>
        <p:txBody>
          <a:bodyPr>
            <a:normAutofit/>
          </a:bodyPr>
          <a:lstStyle/>
          <a:p>
            <a:pPr marL="0" indent="0">
              <a:buNone/>
            </a:pPr>
            <a:r>
              <a:rPr lang="en-US" dirty="0"/>
              <a:t>LEAD: Value in the next row.</a:t>
            </a:r>
          </a:p>
          <a:p>
            <a:pPr marL="0" indent="0">
              <a:buNone/>
            </a:pPr>
            <a:endParaRPr lang="en-US" dirty="0"/>
          </a:p>
          <a:p>
            <a:r>
              <a:rPr lang="en-US" sz="2400" dirty="0">
                <a:latin typeface="Arial" panose="020B0604020202020204" pitchFamily="34" charset="0"/>
                <a:cs typeface="Arial" panose="020B0604020202020204" pitchFamily="34" charset="0"/>
              </a:rPr>
              <a:t>The </a:t>
            </a:r>
            <a:r>
              <a:rPr lang="en-US" sz="2400" b="1" dirty="0">
                <a:latin typeface="Arial" panose="020B0604020202020204" pitchFamily="34" charset="0"/>
                <a:cs typeface="Arial" panose="020B0604020202020204" pitchFamily="34" charset="0"/>
              </a:rPr>
              <a:t>LEAD()</a:t>
            </a:r>
            <a:r>
              <a:rPr lang="en-US" sz="2400" dirty="0">
                <a:latin typeface="Arial" panose="020B0604020202020204" pitchFamily="34" charset="0"/>
                <a:cs typeface="Arial" panose="020B0604020202020204" pitchFamily="34" charset="0"/>
              </a:rPr>
              <a:t> window function does the exact opposite of LAG(). It fetches data from a </a:t>
            </a:r>
            <a:r>
              <a:rPr lang="en-US" sz="2400" b="1" dirty="0">
                <a:latin typeface="Arial" panose="020B0604020202020204" pitchFamily="34" charset="0"/>
                <a:cs typeface="Arial" panose="020B0604020202020204" pitchFamily="34" charset="0"/>
              </a:rPr>
              <a:t>subsequent (future) row</a:t>
            </a:r>
            <a:r>
              <a:rPr lang="en-US" sz="2400" dirty="0">
                <a:latin typeface="Arial" panose="020B0604020202020204" pitchFamily="34" charset="0"/>
                <a:cs typeface="Arial" panose="020B0604020202020204" pitchFamily="34" charset="0"/>
              </a:rPr>
              <a:t> in the same dataset.</a:t>
            </a:r>
          </a:p>
          <a:p>
            <a:r>
              <a:rPr lang="en-US" sz="2400" dirty="0">
                <a:latin typeface="Arial" panose="020B0604020202020204" pitchFamily="34" charset="0"/>
                <a:cs typeface="Arial" panose="020B0604020202020204" pitchFamily="34" charset="0"/>
              </a:rPr>
              <a:t>It is most commonly used to find the gap or interval between events, such as tracking when a user navigated away from a page, or preparing a timeline of when a contract expires and transitions to the next rate.</a:t>
            </a:r>
          </a:p>
          <a:p>
            <a:pPr marL="0" indent="0">
              <a:buNone/>
            </a:pPr>
            <a:endParaRPr lang="en-US" dirty="0"/>
          </a:p>
        </p:txBody>
      </p:sp>
    </p:spTree>
    <p:extLst>
      <p:ext uri="{BB962C8B-B14F-4D97-AF65-F5344CB8AC3E}">
        <p14:creationId xmlns:p14="http://schemas.microsoft.com/office/powerpoint/2010/main" val="124719911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46ACFC-1E76-341D-40BA-51DC1F101759}"/>
              </a:ext>
            </a:extLst>
          </p:cNvPr>
          <p:cNvSpPr>
            <a:spLocks noGrp="1"/>
          </p:cNvSpPr>
          <p:nvPr>
            <p:ph type="title"/>
          </p:nvPr>
        </p:nvSpPr>
        <p:spPr/>
        <p:txBody>
          <a:bodyPr/>
          <a:lstStyle/>
          <a:p>
            <a:r>
              <a:rPr lang="en-US" dirty="0"/>
              <a:t>LEAD – EXAMPLE:</a:t>
            </a:r>
          </a:p>
        </p:txBody>
      </p:sp>
      <p:sp>
        <p:nvSpPr>
          <p:cNvPr id="3" name="Content Placeholder 2">
            <a:extLst>
              <a:ext uri="{FF2B5EF4-FFF2-40B4-BE49-F238E27FC236}">
                <a16:creationId xmlns:a16="http://schemas.microsoft.com/office/drawing/2014/main" id="{9FD6A0C7-03FD-8F65-4E19-65B87570F485}"/>
              </a:ext>
            </a:extLst>
          </p:cNvPr>
          <p:cNvSpPr>
            <a:spLocks noGrp="1"/>
          </p:cNvSpPr>
          <p:nvPr>
            <p:ph idx="1"/>
          </p:nvPr>
        </p:nvSpPr>
        <p:spPr/>
        <p:txBody>
          <a:bodyPr>
            <a:normAutofit fontScale="85000" lnSpcReduction="20000"/>
          </a:bodyPr>
          <a:lstStyle/>
          <a:p>
            <a:pPr marL="0" indent="0">
              <a:buNone/>
            </a:pPr>
            <a:r>
              <a:rPr lang="en-US" dirty="0">
                <a:latin typeface="Arial" panose="020B0604020202020204" pitchFamily="34" charset="0"/>
                <a:cs typeface="Arial" panose="020B0604020202020204" pitchFamily="34" charset="0"/>
              </a:rPr>
              <a:t>SELECT </a:t>
            </a:r>
          </a:p>
          <a:p>
            <a:pPr marL="0" indent="0">
              <a:buNone/>
            </a:pPr>
            <a:r>
              <a:rPr lang="en-US" dirty="0">
                <a:latin typeface="Arial" panose="020B0604020202020204" pitchFamily="34" charset="0"/>
                <a:cs typeface="Arial" panose="020B0604020202020204" pitchFamily="34" charset="0"/>
              </a:rPr>
              <a:t>    </a:t>
            </a:r>
            <a:r>
              <a:rPr lang="en-US" dirty="0" err="1">
                <a:latin typeface="Arial" panose="020B0604020202020204" pitchFamily="34" charset="0"/>
                <a:cs typeface="Arial" panose="020B0604020202020204" pitchFamily="34" charset="0"/>
              </a:rPr>
              <a:t>employee_name</a:t>
            </a:r>
            <a:r>
              <a:rPr lang="en-US" dirty="0">
                <a:latin typeface="Arial" panose="020B0604020202020204" pitchFamily="34" charset="0"/>
                <a:cs typeface="Arial" panose="020B0604020202020204" pitchFamily="34" charset="0"/>
              </a:rPr>
              <a:t>,</a:t>
            </a:r>
          </a:p>
          <a:p>
            <a:pPr marL="0" indent="0">
              <a:buNone/>
            </a:pPr>
            <a:r>
              <a:rPr lang="en-US" dirty="0">
                <a:latin typeface="Arial" panose="020B0604020202020204" pitchFamily="34" charset="0"/>
                <a:cs typeface="Arial" panose="020B0604020202020204" pitchFamily="34" charset="0"/>
              </a:rPr>
              <a:t>    department,</a:t>
            </a:r>
          </a:p>
          <a:p>
            <a:pPr marL="0" indent="0">
              <a:buNone/>
            </a:pPr>
            <a:r>
              <a:rPr lang="en-US" dirty="0">
                <a:latin typeface="Arial" panose="020B0604020202020204" pitchFamily="34" charset="0"/>
                <a:cs typeface="Arial" panose="020B0604020202020204" pitchFamily="34" charset="0"/>
              </a:rPr>
              <a:t>    salary,</a:t>
            </a:r>
          </a:p>
          <a:p>
            <a:pPr marL="0" indent="0">
              <a:buNone/>
            </a:pPr>
            <a:r>
              <a:rPr lang="en-US" dirty="0">
                <a:latin typeface="Arial" panose="020B0604020202020204" pitchFamily="34" charset="0"/>
                <a:cs typeface="Arial" panose="020B0604020202020204" pitchFamily="34" charset="0"/>
              </a:rPr>
              <a:t>    -- Fetches the salary of the NEXT employee in the sorted list</a:t>
            </a:r>
          </a:p>
          <a:p>
            <a:pPr marL="0" indent="0">
              <a:buNone/>
            </a:pPr>
            <a:r>
              <a:rPr lang="en-US" dirty="0">
                <a:latin typeface="Arial" panose="020B0604020202020204" pitchFamily="34" charset="0"/>
                <a:cs typeface="Arial" panose="020B0604020202020204" pitchFamily="34" charset="0"/>
              </a:rPr>
              <a:t>    LEAD(salary, 1) OVER(PARTITION BY department ORDER BY salary ASC) AS </a:t>
            </a:r>
            <a:r>
              <a:rPr lang="en-US" dirty="0" err="1">
                <a:latin typeface="Arial" panose="020B0604020202020204" pitchFamily="34" charset="0"/>
                <a:cs typeface="Arial" panose="020B0604020202020204" pitchFamily="34" charset="0"/>
              </a:rPr>
              <a:t>next_higher_salary</a:t>
            </a:r>
            <a:r>
              <a:rPr lang="en-US" dirty="0">
                <a:latin typeface="Arial" panose="020B0604020202020204" pitchFamily="34" charset="0"/>
                <a:cs typeface="Arial" panose="020B0604020202020204" pitchFamily="34" charset="0"/>
              </a:rPr>
              <a:t>,</a:t>
            </a:r>
          </a:p>
          <a:p>
            <a:pPr marL="0" indent="0">
              <a:buNone/>
            </a:pPr>
            <a:r>
              <a:rPr lang="en-US" dirty="0">
                <a:latin typeface="Arial" panose="020B0604020202020204" pitchFamily="34" charset="0"/>
                <a:cs typeface="Arial" panose="020B0604020202020204" pitchFamily="34" charset="0"/>
              </a:rPr>
              <a:t>    </a:t>
            </a:r>
          </a:p>
          <a:p>
            <a:pPr marL="0" indent="0">
              <a:buNone/>
            </a:pPr>
            <a:r>
              <a:rPr lang="en-US" dirty="0">
                <a:latin typeface="Arial" panose="020B0604020202020204" pitchFamily="34" charset="0"/>
                <a:cs typeface="Arial" panose="020B0604020202020204" pitchFamily="34" charset="0"/>
              </a:rPr>
              <a:t>    -- Calculates how far behind the next tier this employee is</a:t>
            </a:r>
          </a:p>
          <a:p>
            <a:pPr marL="0" indent="0">
              <a:buNone/>
            </a:pPr>
            <a:r>
              <a:rPr lang="en-US" dirty="0">
                <a:latin typeface="Arial" panose="020B0604020202020204" pitchFamily="34" charset="0"/>
                <a:cs typeface="Arial" panose="020B0604020202020204" pitchFamily="34" charset="0"/>
              </a:rPr>
              <a:t>    LEAD(salary, 1, salary) OVER(PARTITION BY department ORDER BY salary ASC) - salary AS </a:t>
            </a:r>
            <a:r>
              <a:rPr lang="en-US" dirty="0" err="1">
                <a:latin typeface="Arial" panose="020B0604020202020204" pitchFamily="34" charset="0"/>
                <a:cs typeface="Arial" panose="020B0604020202020204" pitchFamily="34" charset="0"/>
              </a:rPr>
              <a:t>gap_to_next_tier</a:t>
            </a:r>
            <a:endParaRPr lang="en-US" dirty="0">
              <a:latin typeface="Arial" panose="020B0604020202020204" pitchFamily="34" charset="0"/>
              <a:cs typeface="Arial" panose="020B0604020202020204" pitchFamily="34" charset="0"/>
            </a:endParaRPr>
          </a:p>
          <a:p>
            <a:pPr marL="0" indent="0">
              <a:buNone/>
            </a:pPr>
            <a:r>
              <a:rPr lang="en-US" dirty="0">
                <a:latin typeface="Arial" panose="020B0604020202020204" pitchFamily="34" charset="0"/>
                <a:cs typeface="Arial" panose="020B0604020202020204" pitchFamily="34" charset="0"/>
              </a:rPr>
              <a:t>FROM employees;</a:t>
            </a:r>
          </a:p>
          <a:p>
            <a:pPr marL="0" indent="0">
              <a:buNone/>
            </a:pPr>
            <a:endParaRPr lang="en-US" dirty="0"/>
          </a:p>
        </p:txBody>
      </p:sp>
    </p:spTree>
    <p:extLst>
      <p:ext uri="{BB962C8B-B14F-4D97-AF65-F5344CB8AC3E}">
        <p14:creationId xmlns:p14="http://schemas.microsoft.com/office/powerpoint/2010/main" val="90964516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AD8515-4727-AC17-5E03-13FDB0278AF0}"/>
              </a:ext>
            </a:extLst>
          </p:cNvPr>
          <p:cNvSpPr>
            <a:spLocks noGrp="1"/>
          </p:cNvSpPr>
          <p:nvPr>
            <p:ph type="title"/>
          </p:nvPr>
        </p:nvSpPr>
        <p:spPr/>
        <p:txBody>
          <a:bodyPr/>
          <a:lstStyle/>
          <a:p>
            <a:r>
              <a:rPr lang="en-US" dirty="0"/>
              <a:t>LEAD – RESULT:</a:t>
            </a:r>
          </a:p>
        </p:txBody>
      </p:sp>
      <p:pic>
        <p:nvPicPr>
          <p:cNvPr id="5" name="Content Placeholder 4">
            <a:extLst>
              <a:ext uri="{FF2B5EF4-FFF2-40B4-BE49-F238E27FC236}">
                <a16:creationId xmlns:a16="http://schemas.microsoft.com/office/drawing/2014/main" id="{5A76389A-129A-35AC-0DE7-4C337346F965}"/>
              </a:ext>
            </a:extLst>
          </p:cNvPr>
          <p:cNvPicPr>
            <a:picLocks noGrp="1" noChangeAspect="1"/>
          </p:cNvPicPr>
          <p:nvPr>
            <p:ph idx="1"/>
          </p:nvPr>
        </p:nvPicPr>
        <p:blipFill>
          <a:blip r:embed="rId2"/>
          <a:stretch>
            <a:fillRect/>
          </a:stretch>
        </p:blipFill>
        <p:spPr>
          <a:xfrm>
            <a:off x="540355" y="2702103"/>
            <a:ext cx="10626269" cy="2722651"/>
          </a:xfrm>
          <a:prstGeom prst="rect">
            <a:avLst/>
          </a:prstGeom>
        </p:spPr>
      </p:pic>
    </p:spTree>
    <p:extLst>
      <p:ext uri="{BB962C8B-B14F-4D97-AF65-F5344CB8AC3E}">
        <p14:creationId xmlns:p14="http://schemas.microsoft.com/office/powerpoint/2010/main" val="196213444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3EDCCE-4343-F363-38E1-1FDE54E9021C}"/>
              </a:ext>
            </a:extLst>
          </p:cNvPr>
          <p:cNvSpPr>
            <a:spLocks noGrp="1"/>
          </p:cNvSpPr>
          <p:nvPr>
            <p:ph type="title"/>
          </p:nvPr>
        </p:nvSpPr>
        <p:spPr/>
        <p:txBody>
          <a:bodyPr/>
          <a:lstStyle/>
          <a:p>
            <a:r>
              <a:rPr lang="en-US" dirty="0"/>
              <a:t>ROWS/RANGE</a:t>
            </a:r>
          </a:p>
        </p:txBody>
      </p:sp>
      <p:sp>
        <p:nvSpPr>
          <p:cNvPr id="3" name="Content Placeholder 2">
            <a:extLst>
              <a:ext uri="{FF2B5EF4-FFF2-40B4-BE49-F238E27FC236}">
                <a16:creationId xmlns:a16="http://schemas.microsoft.com/office/drawing/2014/main" id="{5AA42DF3-7FAB-58C9-BC9E-969A9C1D05C4}"/>
              </a:ext>
            </a:extLst>
          </p:cNvPr>
          <p:cNvSpPr>
            <a:spLocks noGrp="1"/>
          </p:cNvSpPr>
          <p:nvPr>
            <p:ph idx="1"/>
          </p:nvPr>
        </p:nvSpPr>
        <p:spPr/>
        <p:txBody>
          <a:bodyPr/>
          <a:lstStyle/>
          <a:p>
            <a:pPr marL="0" indent="0">
              <a:buNone/>
            </a:pPr>
            <a:r>
              <a:rPr lang="en-US" dirty="0"/>
              <a:t>ROWS: specify a fixed number of rows that precede or follow the current row.</a:t>
            </a:r>
          </a:p>
          <a:p>
            <a:pPr marL="0" indent="0">
              <a:buNone/>
            </a:pPr>
            <a:endParaRPr lang="en-US" dirty="0"/>
          </a:p>
          <a:p>
            <a:pPr marL="0" indent="0">
              <a:buNone/>
            </a:pPr>
            <a:r>
              <a:rPr lang="en-US" dirty="0"/>
              <a:t>RANGE: specifies the range of values with respect to the value of the current row.</a:t>
            </a:r>
          </a:p>
          <a:p>
            <a:pPr marL="0" indent="0">
              <a:buNone/>
            </a:pPr>
            <a:endParaRPr lang="en-US" dirty="0"/>
          </a:p>
        </p:txBody>
      </p:sp>
    </p:spTree>
    <p:extLst>
      <p:ext uri="{BB962C8B-B14F-4D97-AF65-F5344CB8AC3E}">
        <p14:creationId xmlns:p14="http://schemas.microsoft.com/office/powerpoint/2010/main" val="222856421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71342F-E8C1-0A24-A770-0C151E4C60C0}"/>
              </a:ext>
            </a:extLst>
          </p:cNvPr>
          <p:cNvSpPr>
            <a:spLocks noGrp="1"/>
          </p:cNvSpPr>
          <p:nvPr>
            <p:ph type="title"/>
          </p:nvPr>
        </p:nvSpPr>
        <p:spPr/>
        <p:txBody>
          <a:bodyPr/>
          <a:lstStyle/>
          <a:p>
            <a:r>
              <a:rPr lang="en-US" dirty="0"/>
              <a:t>ROWS Example:</a:t>
            </a:r>
          </a:p>
        </p:txBody>
      </p:sp>
      <p:sp>
        <p:nvSpPr>
          <p:cNvPr id="3" name="Content Placeholder 2">
            <a:extLst>
              <a:ext uri="{FF2B5EF4-FFF2-40B4-BE49-F238E27FC236}">
                <a16:creationId xmlns:a16="http://schemas.microsoft.com/office/drawing/2014/main" id="{99344546-9D6B-2811-A96C-63D8D1F8A4CF}"/>
              </a:ext>
            </a:extLst>
          </p:cNvPr>
          <p:cNvSpPr>
            <a:spLocks noGrp="1"/>
          </p:cNvSpPr>
          <p:nvPr>
            <p:ph idx="1"/>
          </p:nvPr>
        </p:nvSpPr>
        <p:spPr>
          <a:xfrm>
            <a:off x="838200" y="1609595"/>
            <a:ext cx="10515600" cy="4567368"/>
          </a:xfrm>
        </p:spPr>
        <p:txBody>
          <a:bodyPr>
            <a:noAutofit/>
          </a:bodyPr>
          <a:lstStyle/>
          <a:p>
            <a:pPr marL="0" indent="0">
              <a:buNone/>
            </a:pPr>
            <a:r>
              <a:rPr lang="en-US" sz="1800" b="0" dirty="0">
                <a:solidFill>
                  <a:srgbClr val="3367D6"/>
                </a:solidFill>
                <a:effectLst/>
                <a:highlight>
                  <a:srgbClr val="FFFFFF"/>
                </a:highlight>
                <a:latin typeface="Roboto Mono" pitchFamily="49" charset="0"/>
              </a:rPr>
              <a:t>SELECT</a:t>
            </a:r>
            <a:r>
              <a:rPr lang="en-US" sz="1800" b="0" dirty="0">
                <a:solidFill>
                  <a:srgbClr val="3A474E"/>
                </a:solidFill>
                <a:effectLst/>
                <a:highlight>
                  <a:srgbClr val="FFFFFF"/>
                </a:highlight>
                <a:latin typeface="Roboto Mono" pitchFamily="49" charset="0"/>
              </a:rPr>
              <a:t> </a:t>
            </a:r>
            <a:r>
              <a:rPr lang="en-US" sz="1800" b="0" dirty="0" err="1">
                <a:solidFill>
                  <a:srgbClr val="000000"/>
                </a:solidFill>
                <a:effectLst/>
                <a:highlight>
                  <a:srgbClr val="FFFFFF"/>
                </a:highlight>
                <a:latin typeface="Roboto Mono" pitchFamily="49" charset="0"/>
              </a:rPr>
              <a:t>ndc_desc</a:t>
            </a:r>
            <a:r>
              <a:rPr lang="en-US" sz="1800" b="0" dirty="0" err="1">
                <a:solidFill>
                  <a:srgbClr val="3A474E"/>
                </a:solidFill>
                <a:effectLst/>
                <a:highlight>
                  <a:srgbClr val="FFFFFF"/>
                </a:highlight>
                <a:latin typeface="Roboto Mono" pitchFamily="49" charset="0"/>
              </a:rPr>
              <a:t>,</a:t>
            </a:r>
            <a:r>
              <a:rPr lang="en-US" sz="1800" b="0" dirty="0" err="1">
                <a:solidFill>
                  <a:srgbClr val="000000"/>
                </a:solidFill>
                <a:effectLst/>
                <a:highlight>
                  <a:srgbClr val="FFFFFF"/>
                </a:highlight>
                <a:latin typeface="Roboto Mono" pitchFamily="49" charset="0"/>
              </a:rPr>
              <a:t>total_paid_amt</a:t>
            </a:r>
            <a:r>
              <a:rPr lang="en-US" sz="1800" b="0" dirty="0">
                <a:solidFill>
                  <a:srgbClr val="3A474E"/>
                </a:solidFill>
                <a:effectLst/>
                <a:highlight>
                  <a:srgbClr val="FFFFFF"/>
                </a:highlight>
                <a:latin typeface="Roboto Mono" pitchFamily="49" charset="0"/>
              </a:rPr>
              <a:t>, </a:t>
            </a:r>
          </a:p>
          <a:p>
            <a:pPr marL="0" indent="0">
              <a:buNone/>
            </a:pPr>
            <a:r>
              <a:rPr lang="en-US" sz="1800" b="0" dirty="0">
                <a:solidFill>
                  <a:srgbClr val="3367D6"/>
                </a:solidFill>
                <a:effectLst/>
                <a:highlight>
                  <a:srgbClr val="FFFFFF"/>
                </a:highlight>
                <a:latin typeface="Roboto Mono" pitchFamily="49" charset="0"/>
              </a:rPr>
              <a:t>AVG</a:t>
            </a:r>
            <a:r>
              <a:rPr lang="en-US" sz="1800" b="0" dirty="0">
                <a:solidFill>
                  <a:srgbClr val="37474F"/>
                </a:solidFill>
                <a:effectLst/>
                <a:highlight>
                  <a:srgbClr val="FFFFFF"/>
                </a:highlight>
                <a:latin typeface="Roboto Mono" pitchFamily="49" charset="0"/>
              </a:rPr>
              <a:t>(</a:t>
            </a:r>
            <a:r>
              <a:rPr lang="en-US" sz="1800" b="0" dirty="0" err="1">
                <a:solidFill>
                  <a:srgbClr val="000000"/>
                </a:solidFill>
                <a:effectLst/>
                <a:highlight>
                  <a:srgbClr val="FFFFFF"/>
                </a:highlight>
                <a:latin typeface="Roboto Mono" pitchFamily="49" charset="0"/>
              </a:rPr>
              <a:t>total_paid_amt</a:t>
            </a:r>
            <a:r>
              <a:rPr lang="en-US" sz="1800" b="0" dirty="0">
                <a:solidFill>
                  <a:srgbClr val="37474F"/>
                </a:solidFill>
                <a:effectLst/>
                <a:highlight>
                  <a:srgbClr val="FFFFFF"/>
                </a:highlight>
                <a:latin typeface="Roboto Mono" pitchFamily="49" charset="0"/>
              </a:rPr>
              <a:t>)</a:t>
            </a:r>
            <a:r>
              <a:rPr lang="en-US" sz="1800" b="0" dirty="0">
                <a:solidFill>
                  <a:srgbClr val="3A474E"/>
                </a:solidFill>
                <a:effectLst/>
                <a:highlight>
                  <a:srgbClr val="FFFFFF"/>
                </a:highlight>
                <a:latin typeface="Roboto Mono" pitchFamily="49" charset="0"/>
              </a:rPr>
              <a:t> </a:t>
            </a:r>
            <a:r>
              <a:rPr lang="en-US" sz="1800" b="0" dirty="0">
                <a:solidFill>
                  <a:srgbClr val="3367D6"/>
                </a:solidFill>
                <a:effectLst/>
                <a:highlight>
                  <a:srgbClr val="FFFFFF"/>
                </a:highlight>
                <a:latin typeface="Roboto Mono" pitchFamily="49" charset="0"/>
              </a:rPr>
              <a:t>OVER</a:t>
            </a:r>
            <a:r>
              <a:rPr lang="en-US" sz="1800" b="0" dirty="0">
                <a:solidFill>
                  <a:srgbClr val="37474F"/>
                </a:solidFill>
                <a:effectLst/>
                <a:highlight>
                  <a:srgbClr val="FFFFFF"/>
                </a:highlight>
                <a:latin typeface="Roboto Mono" pitchFamily="49" charset="0"/>
              </a:rPr>
              <a:t>(</a:t>
            </a:r>
            <a:r>
              <a:rPr lang="en-US" sz="1800" b="0" dirty="0">
                <a:solidFill>
                  <a:srgbClr val="3367D6"/>
                </a:solidFill>
                <a:effectLst/>
                <a:highlight>
                  <a:srgbClr val="FFFFFF"/>
                </a:highlight>
                <a:latin typeface="Roboto Mono" pitchFamily="49" charset="0"/>
              </a:rPr>
              <a:t>ORDER</a:t>
            </a:r>
            <a:r>
              <a:rPr lang="en-US" sz="1800" b="0" dirty="0">
                <a:solidFill>
                  <a:srgbClr val="3A474E"/>
                </a:solidFill>
                <a:effectLst/>
                <a:highlight>
                  <a:srgbClr val="FFFFFF"/>
                </a:highlight>
                <a:latin typeface="Roboto Mono" pitchFamily="49" charset="0"/>
              </a:rPr>
              <a:t> </a:t>
            </a:r>
            <a:r>
              <a:rPr lang="en-US" sz="1800" b="0" dirty="0">
                <a:solidFill>
                  <a:srgbClr val="3367D6"/>
                </a:solidFill>
                <a:effectLst/>
                <a:highlight>
                  <a:srgbClr val="FFFFFF"/>
                </a:highlight>
                <a:latin typeface="Roboto Mono" pitchFamily="49" charset="0"/>
              </a:rPr>
              <a:t>BY</a:t>
            </a:r>
            <a:r>
              <a:rPr lang="en-US" sz="1800" b="0" dirty="0">
                <a:solidFill>
                  <a:srgbClr val="3A474E"/>
                </a:solidFill>
                <a:effectLst/>
                <a:highlight>
                  <a:srgbClr val="FFFFFF"/>
                </a:highlight>
                <a:latin typeface="Roboto Mono" pitchFamily="49" charset="0"/>
              </a:rPr>
              <a:t> </a:t>
            </a:r>
            <a:r>
              <a:rPr lang="en-US" sz="1800" b="0" dirty="0" err="1">
                <a:solidFill>
                  <a:srgbClr val="000000"/>
                </a:solidFill>
                <a:effectLst/>
                <a:highlight>
                  <a:srgbClr val="FFFFFF"/>
                </a:highlight>
                <a:latin typeface="Roboto Mono" pitchFamily="49" charset="0"/>
              </a:rPr>
              <a:t>total_paid_amt</a:t>
            </a:r>
            <a:r>
              <a:rPr lang="en-US" sz="1800" b="0" dirty="0">
                <a:solidFill>
                  <a:srgbClr val="3A474E"/>
                </a:solidFill>
                <a:effectLst/>
                <a:highlight>
                  <a:srgbClr val="FFFFFF"/>
                </a:highlight>
                <a:latin typeface="Roboto Mono" pitchFamily="49" charset="0"/>
              </a:rPr>
              <a:t> </a:t>
            </a:r>
            <a:r>
              <a:rPr lang="en-US" sz="1800" b="0" dirty="0">
                <a:solidFill>
                  <a:srgbClr val="3367D6"/>
                </a:solidFill>
                <a:effectLst/>
                <a:highlight>
                  <a:srgbClr val="FFFFFF"/>
                </a:highlight>
                <a:latin typeface="Roboto Mono" pitchFamily="49" charset="0"/>
              </a:rPr>
              <a:t>ROWS</a:t>
            </a:r>
            <a:r>
              <a:rPr lang="en-US" sz="1800" b="0" dirty="0">
                <a:solidFill>
                  <a:srgbClr val="3A474E"/>
                </a:solidFill>
                <a:effectLst/>
                <a:highlight>
                  <a:srgbClr val="FFFFFF"/>
                </a:highlight>
                <a:latin typeface="Roboto Mono" pitchFamily="49" charset="0"/>
              </a:rPr>
              <a:t> </a:t>
            </a:r>
            <a:r>
              <a:rPr lang="en-US" sz="1800" b="0" dirty="0">
                <a:solidFill>
                  <a:srgbClr val="3367D6"/>
                </a:solidFill>
                <a:effectLst/>
                <a:highlight>
                  <a:srgbClr val="FFFFFF"/>
                </a:highlight>
                <a:latin typeface="Roboto Mono" pitchFamily="49" charset="0"/>
              </a:rPr>
              <a:t>BETWEEN</a:t>
            </a:r>
            <a:r>
              <a:rPr lang="en-US" sz="1800" b="0" dirty="0">
                <a:solidFill>
                  <a:srgbClr val="3A474E"/>
                </a:solidFill>
                <a:effectLst/>
                <a:highlight>
                  <a:srgbClr val="FFFFFF"/>
                </a:highlight>
                <a:latin typeface="Roboto Mono" pitchFamily="49" charset="0"/>
              </a:rPr>
              <a:t> </a:t>
            </a:r>
            <a:r>
              <a:rPr lang="en-US" sz="1800" b="0" dirty="0">
                <a:solidFill>
                  <a:srgbClr val="F4511E"/>
                </a:solidFill>
                <a:effectLst/>
                <a:highlight>
                  <a:srgbClr val="FFFFFF"/>
                </a:highlight>
                <a:latin typeface="Roboto Mono" pitchFamily="49" charset="0"/>
              </a:rPr>
              <a:t>3</a:t>
            </a:r>
            <a:r>
              <a:rPr lang="en-US" sz="1800" b="0" dirty="0">
                <a:solidFill>
                  <a:srgbClr val="3A474E"/>
                </a:solidFill>
                <a:effectLst/>
                <a:highlight>
                  <a:srgbClr val="FFFFFF"/>
                </a:highlight>
                <a:latin typeface="Roboto Mono" pitchFamily="49" charset="0"/>
              </a:rPr>
              <a:t> </a:t>
            </a:r>
            <a:r>
              <a:rPr lang="en-US" sz="1800" b="0" dirty="0">
                <a:solidFill>
                  <a:srgbClr val="3367D6"/>
                </a:solidFill>
                <a:effectLst/>
                <a:highlight>
                  <a:srgbClr val="FFFFFF"/>
                </a:highlight>
                <a:latin typeface="Roboto Mono" pitchFamily="49" charset="0"/>
              </a:rPr>
              <a:t>PRECEDING</a:t>
            </a:r>
            <a:r>
              <a:rPr lang="en-US" sz="1800" b="0" dirty="0">
                <a:solidFill>
                  <a:srgbClr val="3A474E"/>
                </a:solidFill>
                <a:effectLst/>
                <a:highlight>
                  <a:srgbClr val="FFFFFF"/>
                </a:highlight>
                <a:latin typeface="Roboto Mono" pitchFamily="49" charset="0"/>
              </a:rPr>
              <a:t> </a:t>
            </a:r>
            <a:r>
              <a:rPr lang="en-US" sz="1800" b="0" dirty="0">
                <a:solidFill>
                  <a:srgbClr val="3367D6"/>
                </a:solidFill>
                <a:effectLst/>
                <a:highlight>
                  <a:srgbClr val="FFFFFF"/>
                </a:highlight>
                <a:latin typeface="Roboto Mono" pitchFamily="49" charset="0"/>
              </a:rPr>
              <a:t>AND</a:t>
            </a:r>
            <a:r>
              <a:rPr lang="en-US" sz="1800" b="0" dirty="0">
                <a:solidFill>
                  <a:srgbClr val="3A474E"/>
                </a:solidFill>
                <a:effectLst/>
                <a:highlight>
                  <a:srgbClr val="FFFFFF"/>
                </a:highlight>
                <a:latin typeface="Roboto Mono" pitchFamily="49" charset="0"/>
              </a:rPr>
              <a:t> </a:t>
            </a:r>
            <a:r>
              <a:rPr lang="en-US" sz="1800" b="0" dirty="0">
                <a:solidFill>
                  <a:srgbClr val="3367D6"/>
                </a:solidFill>
                <a:effectLst/>
                <a:highlight>
                  <a:srgbClr val="FFFFFF"/>
                </a:highlight>
                <a:latin typeface="Roboto Mono" pitchFamily="49" charset="0"/>
              </a:rPr>
              <a:t>CURRENT</a:t>
            </a:r>
            <a:r>
              <a:rPr lang="en-US" sz="1800" b="0" dirty="0">
                <a:solidFill>
                  <a:srgbClr val="3A474E"/>
                </a:solidFill>
                <a:effectLst/>
                <a:highlight>
                  <a:srgbClr val="FFFFFF"/>
                </a:highlight>
                <a:latin typeface="Roboto Mono" pitchFamily="49" charset="0"/>
              </a:rPr>
              <a:t> </a:t>
            </a:r>
            <a:r>
              <a:rPr lang="en-US" sz="1800" b="0" dirty="0">
                <a:solidFill>
                  <a:srgbClr val="3367D6"/>
                </a:solidFill>
                <a:effectLst/>
                <a:highlight>
                  <a:srgbClr val="FFFFFF"/>
                </a:highlight>
                <a:latin typeface="Roboto Mono" pitchFamily="49" charset="0"/>
              </a:rPr>
              <a:t>ROW</a:t>
            </a:r>
            <a:r>
              <a:rPr lang="en-US" sz="1800" b="0" dirty="0">
                <a:solidFill>
                  <a:srgbClr val="37474F"/>
                </a:solidFill>
                <a:effectLst/>
                <a:highlight>
                  <a:srgbClr val="FFFFFF"/>
                </a:highlight>
                <a:latin typeface="Roboto Mono" pitchFamily="49" charset="0"/>
              </a:rPr>
              <a:t>)</a:t>
            </a:r>
            <a:r>
              <a:rPr lang="en-US" sz="1800" b="0" dirty="0">
                <a:solidFill>
                  <a:srgbClr val="3A474E"/>
                </a:solidFill>
                <a:effectLst/>
                <a:highlight>
                  <a:srgbClr val="FFFFFF"/>
                </a:highlight>
                <a:latin typeface="Roboto Mono" pitchFamily="49" charset="0"/>
              </a:rPr>
              <a:t> </a:t>
            </a:r>
            <a:r>
              <a:rPr lang="en-US" sz="1800" b="0" dirty="0">
                <a:solidFill>
                  <a:srgbClr val="3367D6"/>
                </a:solidFill>
                <a:effectLst/>
                <a:highlight>
                  <a:srgbClr val="FFFFFF"/>
                </a:highlight>
                <a:latin typeface="Roboto Mono" pitchFamily="49" charset="0"/>
              </a:rPr>
              <a:t>AS</a:t>
            </a:r>
            <a:r>
              <a:rPr lang="en-US" sz="1800" b="0" dirty="0">
                <a:solidFill>
                  <a:srgbClr val="3A474E"/>
                </a:solidFill>
                <a:effectLst/>
                <a:highlight>
                  <a:srgbClr val="FFFFFF"/>
                </a:highlight>
                <a:latin typeface="Roboto Mono" pitchFamily="49" charset="0"/>
              </a:rPr>
              <a:t> </a:t>
            </a:r>
            <a:r>
              <a:rPr lang="en-US" sz="1800" b="0" dirty="0" err="1">
                <a:solidFill>
                  <a:srgbClr val="000000"/>
                </a:solidFill>
                <a:effectLst/>
                <a:highlight>
                  <a:srgbClr val="FFFFFF"/>
                </a:highlight>
                <a:latin typeface="Roboto Mono" pitchFamily="49" charset="0"/>
              </a:rPr>
              <a:t>avg_total_paid</a:t>
            </a:r>
            <a:r>
              <a:rPr lang="en-US" sz="1800" b="0" dirty="0">
                <a:solidFill>
                  <a:srgbClr val="3A474E"/>
                </a:solidFill>
                <a:effectLst/>
                <a:highlight>
                  <a:srgbClr val="FFFFFF"/>
                </a:highlight>
                <a:latin typeface="Roboto Mono" pitchFamily="49" charset="0"/>
              </a:rPr>
              <a:t> </a:t>
            </a:r>
          </a:p>
          <a:p>
            <a:pPr marL="0" indent="0">
              <a:buNone/>
            </a:pPr>
            <a:r>
              <a:rPr lang="en-US" sz="1800" b="0" dirty="0">
                <a:solidFill>
                  <a:srgbClr val="3367D6"/>
                </a:solidFill>
                <a:effectLst/>
                <a:highlight>
                  <a:srgbClr val="FFFFFF"/>
                </a:highlight>
                <a:latin typeface="Roboto Mono" pitchFamily="49" charset="0"/>
              </a:rPr>
              <a:t>FROM</a:t>
            </a:r>
            <a:r>
              <a:rPr lang="en-US" sz="1800" b="0" dirty="0">
                <a:solidFill>
                  <a:srgbClr val="3A474E"/>
                </a:solidFill>
                <a:effectLst/>
                <a:highlight>
                  <a:srgbClr val="FFFFFF"/>
                </a:highlight>
                <a:latin typeface="Roboto Mono" pitchFamily="49" charset="0"/>
              </a:rPr>
              <a:t> </a:t>
            </a:r>
            <a:r>
              <a:rPr lang="en-US" sz="1800" b="0" dirty="0">
                <a:solidFill>
                  <a:srgbClr val="0D904F"/>
                </a:solidFill>
                <a:effectLst/>
                <a:highlight>
                  <a:srgbClr val="FFFFFF"/>
                </a:highlight>
                <a:latin typeface="Roboto Mono" pitchFamily="49" charset="0"/>
              </a:rPr>
              <a:t>`</a:t>
            </a:r>
            <a:r>
              <a:rPr lang="en-US" sz="1800" b="0" dirty="0" err="1">
                <a:solidFill>
                  <a:srgbClr val="0D904F"/>
                </a:solidFill>
                <a:effectLst/>
                <a:highlight>
                  <a:srgbClr val="FFFFFF"/>
                </a:highlight>
                <a:latin typeface="Roboto Mono" pitchFamily="49" charset="0"/>
              </a:rPr>
              <a:t>purplelab-sales.Training_Dataset.Pharmacy_Clear_Final</a:t>
            </a:r>
            <a:r>
              <a:rPr lang="en-US" sz="1800" b="0" dirty="0">
                <a:solidFill>
                  <a:srgbClr val="0D904F"/>
                </a:solidFill>
                <a:effectLst/>
                <a:highlight>
                  <a:srgbClr val="FFFFFF"/>
                </a:highlight>
                <a:latin typeface="Roboto Mono" pitchFamily="49" charset="0"/>
              </a:rPr>
              <a:t>`</a:t>
            </a:r>
            <a:r>
              <a:rPr lang="en-US" sz="1800" b="0" dirty="0">
                <a:solidFill>
                  <a:srgbClr val="3A474E"/>
                </a:solidFill>
                <a:effectLst/>
                <a:highlight>
                  <a:srgbClr val="FFFFFF"/>
                </a:highlight>
                <a:latin typeface="Roboto Mono" pitchFamily="49" charset="0"/>
              </a:rPr>
              <a:t> </a:t>
            </a:r>
            <a:r>
              <a:rPr lang="en-US" sz="1800" b="0" dirty="0">
                <a:solidFill>
                  <a:srgbClr val="3367D6"/>
                </a:solidFill>
                <a:effectLst/>
                <a:highlight>
                  <a:srgbClr val="FFFFFF"/>
                </a:highlight>
                <a:latin typeface="Roboto Mono" pitchFamily="49" charset="0"/>
              </a:rPr>
              <a:t>LIMIT</a:t>
            </a:r>
            <a:r>
              <a:rPr lang="en-US" sz="1800" b="0" dirty="0">
                <a:solidFill>
                  <a:srgbClr val="3A474E"/>
                </a:solidFill>
                <a:effectLst/>
                <a:highlight>
                  <a:srgbClr val="FFFFFF"/>
                </a:highlight>
                <a:latin typeface="Roboto Mono" pitchFamily="49" charset="0"/>
              </a:rPr>
              <a:t> </a:t>
            </a:r>
            <a:r>
              <a:rPr lang="en-US" sz="1800" b="0" dirty="0">
                <a:solidFill>
                  <a:srgbClr val="F4511E"/>
                </a:solidFill>
                <a:effectLst/>
                <a:highlight>
                  <a:srgbClr val="FFFFFF"/>
                </a:highlight>
                <a:latin typeface="Roboto Mono" pitchFamily="49" charset="0"/>
              </a:rPr>
              <a:t>1000</a:t>
            </a:r>
          </a:p>
          <a:p>
            <a:pPr marL="0" indent="0">
              <a:buNone/>
            </a:pPr>
            <a:endParaRPr lang="en-US" sz="1800" dirty="0">
              <a:solidFill>
                <a:srgbClr val="F4511E"/>
              </a:solidFill>
              <a:highlight>
                <a:srgbClr val="FFFFFF"/>
              </a:highlight>
              <a:latin typeface="Roboto Mono" pitchFamily="49" charset="0"/>
            </a:endParaRPr>
          </a:p>
          <a:p>
            <a:pPr marL="0" indent="0">
              <a:buNone/>
            </a:pPr>
            <a:endParaRPr lang="en-US" sz="1800" b="0" dirty="0">
              <a:solidFill>
                <a:srgbClr val="F4511E"/>
              </a:solidFill>
              <a:effectLst/>
              <a:highlight>
                <a:srgbClr val="FFFFFF"/>
              </a:highlight>
              <a:latin typeface="Roboto Mono" pitchFamily="49" charset="0"/>
            </a:endParaRPr>
          </a:p>
          <a:p>
            <a:pPr marL="0" indent="0">
              <a:buNone/>
            </a:pPr>
            <a:r>
              <a:rPr lang="en-US" sz="1800" b="0" dirty="0">
                <a:solidFill>
                  <a:srgbClr val="3367D6"/>
                </a:solidFill>
                <a:effectLst/>
                <a:highlight>
                  <a:srgbClr val="FFFFFF"/>
                </a:highlight>
                <a:latin typeface="Roboto Mono" pitchFamily="49" charset="0"/>
              </a:rPr>
              <a:t>SELECT</a:t>
            </a:r>
            <a:r>
              <a:rPr lang="en-US" sz="1800" b="0" dirty="0">
                <a:solidFill>
                  <a:srgbClr val="3A474E"/>
                </a:solidFill>
                <a:effectLst/>
                <a:highlight>
                  <a:srgbClr val="FFFFFF"/>
                </a:highlight>
                <a:latin typeface="Roboto Mono" pitchFamily="49" charset="0"/>
              </a:rPr>
              <a:t> </a:t>
            </a:r>
            <a:r>
              <a:rPr lang="en-US" sz="1800" b="0" dirty="0" err="1">
                <a:solidFill>
                  <a:srgbClr val="000000"/>
                </a:solidFill>
                <a:effectLst/>
                <a:highlight>
                  <a:srgbClr val="FFFFFF"/>
                </a:highlight>
                <a:latin typeface="Roboto Mono" pitchFamily="49" charset="0"/>
              </a:rPr>
              <a:t>ndc_desc</a:t>
            </a:r>
            <a:r>
              <a:rPr lang="en-US" sz="1800" b="0" dirty="0" err="1">
                <a:solidFill>
                  <a:srgbClr val="3A474E"/>
                </a:solidFill>
                <a:effectLst/>
                <a:highlight>
                  <a:srgbClr val="FFFFFF"/>
                </a:highlight>
                <a:latin typeface="Roboto Mono" pitchFamily="49" charset="0"/>
              </a:rPr>
              <a:t>,</a:t>
            </a:r>
            <a:r>
              <a:rPr lang="en-US" sz="1800" b="0" dirty="0" err="1">
                <a:solidFill>
                  <a:srgbClr val="000000"/>
                </a:solidFill>
                <a:effectLst/>
                <a:highlight>
                  <a:srgbClr val="FFFFFF"/>
                </a:highlight>
                <a:latin typeface="Roboto Mono" pitchFamily="49" charset="0"/>
              </a:rPr>
              <a:t>total_paid_amt</a:t>
            </a:r>
            <a:r>
              <a:rPr lang="en-US" sz="1800" b="0" dirty="0">
                <a:solidFill>
                  <a:srgbClr val="3A474E"/>
                </a:solidFill>
                <a:effectLst/>
                <a:highlight>
                  <a:srgbClr val="FFFFFF"/>
                </a:highlight>
                <a:latin typeface="Roboto Mono" pitchFamily="49" charset="0"/>
              </a:rPr>
              <a:t>, </a:t>
            </a:r>
          </a:p>
          <a:p>
            <a:pPr marL="0" indent="0">
              <a:buNone/>
            </a:pPr>
            <a:r>
              <a:rPr lang="en-US" sz="1800" b="0" dirty="0">
                <a:solidFill>
                  <a:srgbClr val="3367D6"/>
                </a:solidFill>
                <a:effectLst/>
                <a:highlight>
                  <a:srgbClr val="FFFFFF"/>
                </a:highlight>
                <a:latin typeface="Roboto Mono" pitchFamily="49" charset="0"/>
              </a:rPr>
              <a:t>AVG</a:t>
            </a:r>
            <a:r>
              <a:rPr lang="en-US" sz="1800" b="0" dirty="0">
                <a:solidFill>
                  <a:srgbClr val="37474F"/>
                </a:solidFill>
                <a:effectLst/>
                <a:highlight>
                  <a:srgbClr val="FFFFFF"/>
                </a:highlight>
                <a:latin typeface="Roboto Mono" pitchFamily="49" charset="0"/>
              </a:rPr>
              <a:t>(</a:t>
            </a:r>
            <a:r>
              <a:rPr lang="en-US" sz="1800" b="0" dirty="0" err="1">
                <a:solidFill>
                  <a:srgbClr val="000000"/>
                </a:solidFill>
                <a:effectLst/>
                <a:highlight>
                  <a:srgbClr val="FFFFFF"/>
                </a:highlight>
                <a:latin typeface="Roboto Mono" pitchFamily="49" charset="0"/>
              </a:rPr>
              <a:t>total_paid_amt</a:t>
            </a:r>
            <a:r>
              <a:rPr lang="en-US" sz="1800" b="0" dirty="0">
                <a:solidFill>
                  <a:srgbClr val="37474F"/>
                </a:solidFill>
                <a:effectLst/>
                <a:highlight>
                  <a:srgbClr val="FFFFFF"/>
                </a:highlight>
                <a:latin typeface="Roboto Mono" pitchFamily="49" charset="0"/>
              </a:rPr>
              <a:t>)</a:t>
            </a:r>
            <a:r>
              <a:rPr lang="en-US" sz="1800" b="0" dirty="0">
                <a:solidFill>
                  <a:srgbClr val="3A474E"/>
                </a:solidFill>
                <a:effectLst/>
                <a:highlight>
                  <a:srgbClr val="FFFFFF"/>
                </a:highlight>
                <a:latin typeface="Roboto Mono" pitchFamily="49" charset="0"/>
              </a:rPr>
              <a:t> </a:t>
            </a:r>
            <a:r>
              <a:rPr lang="en-US" sz="1800" b="0" dirty="0">
                <a:solidFill>
                  <a:srgbClr val="3367D6"/>
                </a:solidFill>
                <a:effectLst/>
                <a:highlight>
                  <a:srgbClr val="FFFFFF"/>
                </a:highlight>
                <a:latin typeface="Roboto Mono" pitchFamily="49" charset="0"/>
              </a:rPr>
              <a:t>OVER</a:t>
            </a:r>
            <a:r>
              <a:rPr lang="en-US" sz="1800" b="0" dirty="0">
                <a:solidFill>
                  <a:srgbClr val="37474F"/>
                </a:solidFill>
                <a:effectLst/>
                <a:highlight>
                  <a:srgbClr val="FFFFFF"/>
                </a:highlight>
                <a:latin typeface="Roboto Mono" pitchFamily="49" charset="0"/>
              </a:rPr>
              <a:t>(</a:t>
            </a:r>
            <a:r>
              <a:rPr lang="en-US" sz="1800" b="0" dirty="0">
                <a:solidFill>
                  <a:srgbClr val="3367D6"/>
                </a:solidFill>
                <a:effectLst/>
                <a:highlight>
                  <a:srgbClr val="FFFFFF"/>
                </a:highlight>
                <a:latin typeface="Roboto Mono" pitchFamily="49" charset="0"/>
              </a:rPr>
              <a:t>ORDER</a:t>
            </a:r>
            <a:r>
              <a:rPr lang="en-US" sz="1800" b="0" dirty="0">
                <a:solidFill>
                  <a:srgbClr val="3A474E"/>
                </a:solidFill>
                <a:effectLst/>
                <a:highlight>
                  <a:srgbClr val="FFFFFF"/>
                </a:highlight>
                <a:latin typeface="Roboto Mono" pitchFamily="49" charset="0"/>
              </a:rPr>
              <a:t> </a:t>
            </a:r>
            <a:r>
              <a:rPr lang="en-US" sz="1800" b="0" dirty="0">
                <a:solidFill>
                  <a:srgbClr val="3367D6"/>
                </a:solidFill>
                <a:effectLst/>
                <a:highlight>
                  <a:srgbClr val="FFFFFF"/>
                </a:highlight>
                <a:latin typeface="Roboto Mono" pitchFamily="49" charset="0"/>
              </a:rPr>
              <a:t>BY</a:t>
            </a:r>
            <a:r>
              <a:rPr lang="en-US" sz="1800" b="0" dirty="0">
                <a:solidFill>
                  <a:srgbClr val="3A474E"/>
                </a:solidFill>
                <a:effectLst/>
                <a:highlight>
                  <a:srgbClr val="FFFFFF"/>
                </a:highlight>
                <a:latin typeface="Roboto Mono" pitchFamily="49" charset="0"/>
              </a:rPr>
              <a:t> </a:t>
            </a:r>
            <a:r>
              <a:rPr lang="en-US" sz="1800" b="0" dirty="0" err="1">
                <a:solidFill>
                  <a:srgbClr val="000000"/>
                </a:solidFill>
                <a:effectLst/>
                <a:highlight>
                  <a:srgbClr val="FFFFFF"/>
                </a:highlight>
                <a:latin typeface="Roboto Mono" pitchFamily="49" charset="0"/>
              </a:rPr>
              <a:t>total_paid_amt</a:t>
            </a:r>
            <a:r>
              <a:rPr lang="en-US" sz="1800" b="0" dirty="0">
                <a:solidFill>
                  <a:srgbClr val="3A474E"/>
                </a:solidFill>
                <a:effectLst/>
                <a:highlight>
                  <a:srgbClr val="FFFFFF"/>
                </a:highlight>
                <a:latin typeface="Roboto Mono" pitchFamily="49" charset="0"/>
              </a:rPr>
              <a:t> </a:t>
            </a:r>
            <a:r>
              <a:rPr lang="en-US" sz="1800" b="0" dirty="0">
                <a:solidFill>
                  <a:srgbClr val="3367D6"/>
                </a:solidFill>
                <a:effectLst/>
                <a:highlight>
                  <a:srgbClr val="FFFFFF"/>
                </a:highlight>
                <a:latin typeface="Roboto Mono" pitchFamily="49" charset="0"/>
              </a:rPr>
              <a:t>ROWS</a:t>
            </a:r>
            <a:r>
              <a:rPr lang="en-US" sz="1800" b="0" dirty="0">
                <a:solidFill>
                  <a:srgbClr val="3A474E"/>
                </a:solidFill>
                <a:effectLst/>
                <a:highlight>
                  <a:srgbClr val="FFFFFF"/>
                </a:highlight>
                <a:latin typeface="Roboto Mono" pitchFamily="49" charset="0"/>
              </a:rPr>
              <a:t> </a:t>
            </a:r>
            <a:r>
              <a:rPr lang="en-US" sz="1800" b="0" dirty="0">
                <a:solidFill>
                  <a:srgbClr val="3367D6"/>
                </a:solidFill>
                <a:effectLst/>
                <a:highlight>
                  <a:srgbClr val="FFFFFF"/>
                </a:highlight>
                <a:latin typeface="Roboto Mono" pitchFamily="49" charset="0"/>
              </a:rPr>
              <a:t>BETWEEN</a:t>
            </a:r>
            <a:r>
              <a:rPr lang="en-US" sz="1800" b="0" dirty="0">
                <a:solidFill>
                  <a:srgbClr val="3A474E"/>
                </a:solidFill>
                <a:effectLst/>
                <a:highlight>
                  <a:srgbClr val="FFFFFF"/>
                </a:highlight>
                <a:latin typeface="Roboto Mono" pitchFamily="49" charset="0"/>
              </a:rPr>
              <a:t> </a:t>
            </a:r>
            <a:r>
              <a:rPr lang="en-US" sz="1800" b="0" dirty="0">
                <a:solidFill>
                  <a:srgbClr val="3367D6"/>
                </a:solidFill>
                <a:effectLst/>
                <a:highlight>
                  <a:srgbClr val="FFFFFF"/>
                </a:highlight>
                <a:latin typeface="Roboto Mono" pitchFamily="49" charset="0"/>
              </a:rPr>
              <a:t>CURRENT</a:t>
            </a:r>
            <a:r>
              <a:rPr lang="en-US" sz="1800" b="0" dirty="0">
                <a:solidFill>
                  <a:srgbClr val="3A474E"/>
                </a:solidFill>
                <a:effectLst/>
                <a:highlight>
                  <a:srgbClr val="FFFFFF"/>
                </a:highlight>
                <a:latin typeface="Roboto Mono" pitchFamily="49" charset="0"/>
              </a:rPr>
              <a:t> </a:t>
            </a:r>
            <a:r>
              <a:rPr lang="en-US" sz="1800" b="0" dirty="0">
                <a:solidFill>
                  <a:srgbClr val="3367D6"/>
                </a:solidFill>
                <a:effectLst/>
                <a:highlight>
                  <a:srgbClr val="FFFFFF"/>
                </a:highlight>
                <a:latin typeface="Roboto Mono" pitchFamily="49" charset="0"/>
              </a:rPr>
              <a:t>ROW</a:t>
            </a:r>
            <a:r>
              <a:rPr lang="en-US" sz="1800" b="0" dirty="0">
                <a:solidFill>
                  <a:srgbClr val="3A474E"/>
                </a:solidFill>
                <a:effectLst/>
                <a:highlight>
                  <a:srgbClr val="FFFFFF"/>
                </a:highlight>
                <a:latin typeface="Roboto Mono" pitchFamily="49" charset="0"/>
              </a:rPr>
              <a:t> </a:t>
            </a:r>
            <a:r>
              <a:rPr lang="en-US" sz="1800" b="0" dirty="0">
                <a:solidFill>
                  <a:srgbClr val="3367D6"/>
                </a:solidFill>
                <a:effectLst/>
                <a:highlight>
                  <a:srgbClr val="FFFFFF"/>
                </a:highlight>
                <a:latin typeface="Roboto Mono" pitchFamily="49" charset="0"/>
              </a:rPr>
              <a:t>AND</a:t>
            </a:r>
            <a:r>
              <a:rPr lang="en-US" sz="1800" b="0" dirty="0">
                <a:solidFill>
                  <a:srgbClr val="3A474E"/>
                </a:solidFill>
                <a:effectLst/>
                <a:highlight>
                  <a:srgbClr val="FFFFFF"/>
                </a:highlight>
                <a:latin typeface="Roboto Mono" pitchFamily="49" charset="0"/>
              </a:rPr>
              <a:t> </a:t>
            </a:r>
            <a:r>
              <a:rPr lang="en-US" sz="1800" b="0" dirty="0">
                <a:solidFill>
                  <a:srgbClr val="F4511E"/>
                </a:solidFill>
                <a:effectLst/>
                <a:highlight>
                  <a:srgbClr val="FFFFFF"/>
                </a:highlight>
                <a:latin typeface="Roboto Mono" pitchFamily="49" charset="0"/>
              </a:rPr>
              <a:t>3</a:t>
            </a:r>
            <a:r>
              <a:rPr lang="en-US" sz="1800" b="0" dirty="0">
                <a:solidFill>
                  <a:srgbClr val="3A474E"/>
                </a:solidFill>
                <a:effectLst/>
                <a:highlight>
                  <a:srgbClr val="FFFFFF"/>
                </a:highlight>
                <a:latin typeface="Roboto Mono" pitchFamily="49" charset="0"/>
              </a:rPr>
              <a:t> </a:t>
            </a:r>
            <a:r>
              <a:rPr lang="en-US" sz="1800" b="0" dirty="0">
                <a:solidFill>
                  <a:srgbClr val="3367D6"/>
                </a:solidFill>
                <a:effectLst/>
                <a:highlight>
                  <a:srgbClr val="FFFFFF"/>
                </a:highlight>
                <a:latin typeface="Roboto Mono" pitchFamily="49" charset="0"/>
              </a:rPr>
              <a:t>FOLLOWING</a:t>
            </a:r>
            <a:r>
              <a:rPr lang="en-US" sz="1800" b="0" dirty="0">
                <a:solidFill>
                  <a:srgbClr val="37474F"/>
                </a:solidFill>
                <a:effectLst/>
                <a:highlight>
                  <a:srgbClr val="FFFFFF"/>
                </a:highlight>
                <a:latin typeface="Roboto Mono" pitchFamily="49" charset="0"/>
              </a:rPr>
              <a:t>)</a:t>
            </a:r>
            <a:r>
              <a:rPr lang="en-US" sz="1800" b="0" dirty="0">
                <a:solidFill>
                  <a:srgbClr val="3A474E"/>
                </a:solidFill>
                <a:effectLst/>
                <a:highlight>
                  <a:srgbClr val="FFFFFF"/>
                </a:highlight>
                <a:latin typeface="Roboto Mono" pitchFamily="49" charset="0"/>
              </a:rPr>
              <a:t> </a:t>
            </a:r>
            <a:r>
              <a:rPr lang="en-US" sz="1800" b="0" dirty="0">
                <a:solidFill>
                  <a:srgbClr val="3367D6"/>
                </a:solidFill>
                <a:effectLst/>
                <a:highlight>
                  <a:srgbClr val="FFFFFF"/>
                </a:highlight>
                <a:latin typeface="Roboto Mono" pitchFamily="49" charset="0"/>
              </a:rPr>
              <a:t>AS</a:t>
            </a:r>
            <a:r>
              <a:rPr lang="en-US" sz="1800" b="0" dirty="0">
                <a:solidFill>
                  <a:srgbClr val="3A474E"/>
                </a:solidFill>
                <a:effectLst/>
                <a:highlight>
                  <a:srgbClr val="FFFFFF"/>
                </a:highlight>
                <a:latin typeface="Roboto Mono" pitchFamily="49" charset="0"/>
              </a:rPr>
              <a:t> </a:t>
            </a:r>
            <a:r>
              <a:rPr lang="en-US" sz="1800" b="0" dirty="0" err="1">
                <a:solidFill>
                  <a:srgbClr val="000000"/>
                </a:solidFill>
                <a:effectLst/>
                <a:highlight>
                  <a:srgbClr val="FFFFFF"/>
                </a:highlight>
                <a:latin typeface="Roboto Mono" pitchFamily="49" charset="0"/>
              </a:rPr>
              <a:t>avg_total_paid</a:t>
            </a:r>
            <a:r>
              <a:rPr lang="en-US" sz="1800" b="0" dirty="0">
                <a:solidFill>
                  <a:srgbClr val="3A474E"/>
                </a:solidFill>
                <a:effectLst/>
                <a:highlight>
                  <a:srgbClr val="FFFFFF"/>
                </a:highlight>
                <a:latin typeface="Roboto Mono" pitchFamily="49" charset="0"/>
              </a:rPr>
              <a:t> </a:t>
            </a:r>
          </a:p>
          <a:p>
            <a:pPr marL="0" indent="0">
              <a:buNone/>
            </a:pPr>
            <a:r>
              <a:rPr lang="en-US" sz="1800" b="0" dirty="0">
                <a:solidFill>
                  <a:srgbClr val="3367D6"/>
                </a:solidFill>
                <a:effectLst/>
                <a:highlight>
                  <a:srgbClr val="FFFFFF"/>
                </a:highlight>
                <a:latin typeface="Roboto Mono" pitchFamily="49" charset="0"/>
              </a:rPr>
              <a:t>FROM</a:t>
            </a:r>
            <a:r>
              <a:rPr lang="en-US" sz="1800" b="0" dirty="0">
                <a:solidFill>
                  <a:srgbClr val="3A474E"/>
                </a:solidFill>
                <a:effectLst/>
                <a:highlight>
                  <a:srgbClr val="FFFFFF"/>
                </a:highlight>
                <a:latin typeface="Roboto Mono" pitchFamily="49" charset="0"/>
              </a:rPr>
              <a:t> </a:t>
            </a:r>
            <a:r>
              <a:rPr lang="en-US" sz="1800" b="0" dirty="0">
                <a:solidFill>
                  <a:srgbClr val="0D904F"/>
                </a:solidFill>
                <a:effectLst/>
                <a:highlight>
                  <a:srgbClr val="FFFFFF"/>
                </a:highlight>
                <a:latin typeface="Roboto Mono" pitchFamily="49" charset="0"/>
              </a:rPr>
              <a:t>`</a:t>
            </a:r>
            <a:r>
              <a:rPr lang="en-US" sz="1800" b="0" dirty="0" err="1">
                <a:solidFill>
                  <a:srgbClr val="0D904F"/>
                </a:solidFill>
                <a:effectLst/>
                <a:highlight>
                  <a:srgbClr val="FFFFFF"/>
                </a:highlight>
                <a:latin typeface="Roboto Mono" pitchFamily="49" charset="0"/>
              </a:rPr>
              <a:t>purplelab-sales.Training_Dataset.Pharmacy_Clear_Final</a:t>
            </a:r>
            <a:r>
              <a:rPr lang="en-US" sz="1800" b="0" dirty="0">
                <a:solidFill>
                  <a:srgbClr val="0D904F"/>
                </a:solidFill>
                <a:effectLst/>
                <a:highlight>
                  <a:srgbClr val="FFFFFF"/>
                </a:highlight>
                <a:latin typeface="Roboto Mono" pitchFamily="49" charset="0"/>
              </a:rPr>
              <a:t>`</a:t>
            </a:r>
            <a:r>
              <a:rPr lang="en-US" sz="1800" b="0" dirty="0">
                <a:solidFill>
                  <a:srgbClr val="3A474E"/>
                </a:solidFill>
                <a:effectLst/>
                <a:highlight>
                  <a:srgbClr val="FFFFFF"/>
                </a:highlight>
                <a:latin typeface="Roboto Mono" pitchFamily="49" charset="0"/>
              </a:rPr>
              <a:t> </a:t>
            </a:r>
            <a:r>
              <a:rPr lang="en-US" sz="1800" b="0" dirty="0">
                <a:solidFill>
                  <a:srgbClr val="3367D6"/>
                </a:solidFill>
                <a:effectLst/>
                <a:highlight>
                  <a:srgbClr val="FFFFFF"/>
                </a:highlight>
                <a:latin typeface="Roboto Mono" pitchFamily="49" charset="0"/>
              </a:rPr>
              <a:t>LIMIT</a:t>
            </a:r>
            <a:r>
              <a:rPr lang="en-US" sz="1800" b="0" dirty="0">
                <a:solidFill>
                  <a:srgbClr val="3A474E"/>
                </a:solidFill>
                <a:effectLst/>
                <a:highlight>
                  <a:srgbClr val="FFFFFF"/>
                </a:highlight>
                <a:latin typeface="Roboto Mono" pitchFamily="49" charset="0"/>
              </a:rPr>
              <a:t> </a:t>
            </a:r>
            <a:r>
              <a:rPr lang="en-US" sz="1800" b="0" dirty="0">
                <a:solidFill>
                  <a:srgbClr val="F4511E"/>
                </a:solidFill>
                <a:effectLst/>
                <a:highlight>
                  <a:srgbClr val="FFFFFF"/>
                </a:highlight>
                <a:latin typeface="Roboto Mono" pitchFamily="49" charset="0"/>
              </a:rPr>
              <a:t>1000</a:t>
            </a:r>
            <a:endParaRPr lang="en-US" sz="1800" b="0" dirty="0">
              <a:solidFill>
                <a:srgbClr val="3A474E"/>
              </a:solidFill>
              <a:effectLst/>
              <a:highlight>
                <a:srgbClr val="FFFFFF"/>
              </a:highlight>
              <a:latin typeface="Roboto Mono" pitchFamily="49" charset="0"/>
            </a:endParaRPr>
          </a:p>
          <a:p>
            <a:pPr marL="0" indent="0">
              <a:buNone/>
            </a:pPr>
            <a:endParaRPr lang="en-US" sz="1800" b="0" dirty="0">
              <a:solidFill>
                <a:srgbClr val="3A474E"/>
              </a:solidFill>
              <a:effectLst/>
              <a:highlight>
                <a:srgbClr val="FFFFFF"/>
              </a:highlight>
              <a:latin typeface="Roboto Mono" pitchFamily="49" charset="0"/>
            </a:endParaRPr>
          </a:p>
        </p:txBody>
      </p:sp>
    </p:spTree>
    <p:extLst>
      <p:ext uri="{BB962C8B-B14F-4D97-AF65-F5344CB8AC3E}">
        <p14:creationId xmlns:p14="http://schemas.microsoft.com/office/powerpoint/2010/main" val="186314683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FEAC13-57BF-8473-2FF2-AAAB3D59F13A}"/>
              </a:ext>
            </a:extLst>
          </p:cNvPr>
          <p:cNvSpPr>
            <a:spLocks noGrp="1"/>
          </p:cNvSpPr>
          <p:nvPr>
            <p:ph type="title"/>
          </p:nvPr>
        </p:nvSpPr>
        <p:spPr/>
        <p:txBody>
          <a:bodyPr/>
          <a:lstStyle/>
          <a:p>
            <a:r>
              <a:rPr lang="en-US" dirty="0"/>
              <a:t>RANGE:</a:t>
            </a:r>
          </a:p>
        </p:txBody>
      </p:sp>
      <p:sp>
        <p:nvSpPr>
          <p:cNvPr id="3" name="Content Placeholder 2">
            <a:extLst>
              <a:ext uri="{FF2B5EF4-FFF2-40B4-BE49-F238E27FC236}">
                <a16:creationId xmlns:a16="http://schemas.microsoft.com/office/drawing/2014/main" id="{9AD846C4-F2E8-5B4E-736E-79B67066143F}"/>
              </a:ext>
            </a:extLst>
          </p:cNvPr>
          <p:cNvSpPr>
            <a:spLocks noGrp="1"/>
          </p:cNvSpPr>
          <p:nvPr>
            <p:ph idx="1"/>
          </p:nvPr>
        </p:nvSpPr>
        <p:spPr/>
        <p:txBody>
          <a:bodyPr>
            <a:normAutofit fontScale="77500" lnSpcReduction="20000"/>
          </a:bodyPr>
          <a:lstStyle/>
          <a:p>
            <a:pPr marL="0" indent="0">
              <a:buNone/>
            </a:pPr>
            <a:endParaRPr lang="en-US" dirty="0"/>
          </a:p>
          <a:p>
            <a:pPr marL="0" indent="0">
              <a:buNone/>
            </a:pPr>
            <a:r>
              <a:rPr lang="en-US" sz="2800" b="0" dirty="0">
                <a:solidFill>
                  <a:srgbClr val="3367D6"/>
                </a:solidFill>
                <a:effectLst/>
                <a:highlight>
                  <a:srgbClr val="FFFFFF"/>
                </a:highlight>
                <a:latin typeface="Roboto Mono" pitchFamily="49" charset="0"/>
              </a:rPr>
              <a:t>SELECT</a:t>
            </a:r>
            <a:r>
              <a:rPr lang="en-US" sz="2800" b="0" dirty="0">
                <a:solidFill>
                  <a:srgbClr val="3A474E"/>
                </a:solidFill>
                <a:effectLst/>
                <a:highlight>
                  <a:srgbClr val="FFFFFF"/>
                </a:highlight>
                <a:latin typeface="Roboto Mono" pitchFamily="49" charset="0"/>
              </a:rPr>
              <a:t> </a:t>
            </a:r>
            <a:r>
              <a:rPr lang="en-US" sz="2800" b="0" dirty="0" err="1">
                <a:solidFill>
                  <a:srgbClr val="000000"/>
                </a:solidFill>
                <a:effectLst/>
                <a:highlight>
                  <a:srgbClr val="FFFFFF"/>
                </a:highlight>
                <a:latin typeface="Roboto Mono" pitchFamily="49" charset="0"/>
              </a:rPr>
              <a:t>ndc_desc</a:t>
            </a:r>
            <a:r>
              <a:rPr lang="en-US" sz="2800" b="0" dirty="0" err="1">
                <a:solidFill>
                  <a:srgbClr val="3A474E"/>
                </a:solidFill>
                <a:effectLst/>
                <a:highlight>
                  <a:srgbClr val="FFFFFF"/>
                </a:highlight>
                <a:latin typeface="Roboto Mono" pitchFamily="49" charset="0"/>
              </a:rPr>
              <a:t>,</a:t>
            </a:r>
            <a:r>
              <a:rPr lang="en-US" sz="2800" b="0" dirty="0" err="1">
                <a:solidFill>
                  <a:srgbClr val="000000"/>
                </a:solidFill>
                <a:effectLst/>
                <a:highlight>
                  <a:srgbClr val="FFFFFF"/>
                </a:highlight>
                <a:latin typeface="Roboto Mono" pitchFamily="49" charset="0"/>
              </a:rPr>
              <a:t>total_paid_amt</a:t>
            </a:r>
            <a:r>
              <a:rPr lang="en-US" sz="2800" b="0" dirty="0">
                <a:solidFill>
                  <a:srgbClr val="3A474E"/>
                </a:solidFill>
                <a:effectLst/>
                <a:highlight>
                  <a:srgbClr val="FFFFFF"/>
                </a:highlight>
                <a:latin typeface="Roboto Mono" pitchFamily="49" charset="0"/>
              </a:rPr>
              <a:t>, </a:t>
            </a:r>
          </a:p>
          <a:p>
            <a:pPr marL="0" indent="0">
              <a:buNone/>
            </a:pPr>
            <a:r>
              <a:rPr lang="en-US" sz="2800" b="0" dirty="0">
                <a:solidFill>
                  <a:srgbClr val="3367D6"/>
                </a:solidFill>
                <a:effectLst/>
                <a:highlight>
                  <a:srgbClr val="FFFFFF"/>
                </a:highlight>
                <a:latin typeface="Roboto Mono" pitchFamily="49" charset="0"/>
              </a:rPr>
              <a:t>AVG</a:t>
            </a:r>
            <a:r>
              <a:rPr lang="en-US" sz="2800" b="0" dirty="0">
                <a:solidFill>
                  <a:srgbClr val="37474F"/>
                </a:solidFill>
                <a:effectLst/>
                <a:highlight>
                  <a:srgbClr val="FFFFFF"/>
                </a:highlight>
                <a:latin typeface="Roboto Mono" pitchFamily="49" charset="0"/>
              </a:rPr>
              <a:t>(</a:t>
            </a:r>
            <a:r>
              <a:rPr lang="en-US" sz="2800" b="0" dirty="0" err="1">
                <a:solidFill>
                  <a:srgbClr val="000000"/>
                </a:solidFill>
                <a:effectLst/>
                <a:highlight>
                  <a:srgbClr val="FFFFFF"/>
                </a:highlight>
                <a:latin typeface="Roboto Mono" pitchFamily="49" charset="0"/>
              </a:rPr>
              <a:t>total_paid_amt</a:t>
            </a:r>
            <a:r>
              <a:rPr lang="en-US" sz="2800" b="0" dirty="0">
                <a:solidFill>
                  <a:srgbClr val="37474F"/>
                </a:solidFill>
                <a:effectLst/>
                <a:highlight>
                  <a:srgbClr val="FFFFFF"/>
                </a:highlight>
                <a:latin typeface="Roboto Mono" pitchFamily="49" charset="0"/>
              </a:rPr>
              <a:t>)</a:t>
            </a:r>
            <a:r>
              <a:rPr lang="en-US" sz="2800" b="0" dirty="0">
                <a:solidFill>
                  <a:srgbClr val="3A474E"/>
                </a:solidFill>
                <a:effectLst/>
                <a:highlight>
                  <a:srgbClr val="FFFFFF"/>
                </a:highlight>
                <a:latin typeface="Roboto Mono" pitchFamily="49" charset="0"/>
              </a:rPr>
              <a:t> </a:t>
            </a:r>
            <a:r>
              <a:rPr lang="en-US" sz="2800" b="0" dirty="0">
                <a:solidFill>
                  <a:srgbClr val="3367D6"/>
                </a:solidFill>
                <a:effectLst/>
                <a:highlight>
                  <a:srgbClr val="FFFFFF"/>
                </a:highlight>
                <a:latin typeface="Roboto Mono" pitchFamily="49" charset="0"/>
              </a:rPr>
              <a:t>OVER</a:t>
            </a:r>
            <a:r>
              <a:rPr lang="en-US" sz="2800" b="0" dirty="0">
                <a:solidFill>
                  <a:srgbClr val="37474F"/>
                </a:solidFill>
                <a:effectLst/>
                <a:highlight>
                  <a:srgbClr val="FFFFFF"/>
                </a:highlight>
                <a:latin typeface="Roboto Mono" pitchFamily="49" charset="0"/>
              </a:rPr>
              <a:t>(</a:t>
            </a:r>
            <a:r>
              <a:rPr lang="en-US" sz="2800" b="0" dirty="0">
                <a:solidFill>
                  <a:srgbClr val="3367D6"/>
                </a:solidFill>
                <a:effectLst/>
                <a:highlight>
                  <a:srgbClr val="FFFFFF"/>
                </a:highlight>
                <a:latin typeface="Roboto Mono" pitchFamily="49" charset="0"/>
              </a:rPr>
              <a:t>ORDER</a:t>
            </a:r>
            <a:r>
              <a:rPr lang="en-US" sz="2800" b="0" dirty="0">
                <a:solidFill>
                  <a:srgbClr val="3A474E"/>
                </a:solidFill>
                <a:effectLst/>
                <a:highlight>
                  <a:srgbClr val="FFFFFF"/>
                </a:highlight>
                <a:latin typeface="Roboto Mono" pitchFamily="49" charset="0"/>
              </a:rPr>
              <a:t> </a:t>
            </a:r>
            <a:r>
              <a:rPr lang="en-US" sz="2800" b="0" dirty="0">
                <a:solidFill>
                  <a:srgbClr val="3367D6"/>
                </a:solidFill>
                <a:effectLst/>
                <a:highlight>
                  <a:srgbClr val="FFFFFF"/>
                </a:highlight>
                <a:latin typeface="Roboto Mono" pitchFamily="49" charset="0"/>
              </a:rPr>
              <a:t>BY</a:t>
            </a:r>
            <a:r>
              <a:rPr lang="en-US" sz="2800" b="0" dirty="0">
                <a:solidFill>
                  <a:srgbClr val="3A474E"/>
                </a:solidFill>
                <a:effectLst/>
                <a:highlight>
                  <a:srgbClr val="FFFFFF"/>
                </a:highlight>
                <a:latin typeface="Roboto Mono" pitchFamily="49" charset="0"/>
              </a:rPr>
              <a:t> </a:t>
            </a:r>
            <a:r>
              <a:rPr lang="en-US" sz="2800" b="0" dirty="0" err="1">
                <a:solidFill>
                  <a:srgbClr val="000000"/>
                </a:solidFill>
                <a:effectLst/>
                <a:highlight>
                  <a:srgbClr val="FFFFFF"/>
                </a:highlight>
                <a:latin typeface="Roboto Mono" pitchFamily="49" charset="0"/>
              </a:rPr>
              <a:t>total_paid_amt</a:t>
            </a:r>
            <a:r>
              <a:rPr lang="en-US" sz="2800" b="0" dirty="0">
                <a:solidFill>
                  <a:srgbClr val="3A474E"/>
                </a:solidFill>
                <a:effectLst/>
                <a:highlight>
                  <a:srgbClr val="FFFFFF"/>
                </a:highlight>
                <a:latin typeface="Roboto Mono" pitchFamily="49" charset="0"/>
              </a:rPr>
              <a:t> </a:t>
            </a:r>
            <a:r>
              <a:rPr lang="en-US" sz="2800" b="0" dirty="0">
                <a:solidFill>
                  <a:srgbClr val="3367D6"/>
                </a:solidFill>
                <a:effectLst/>
                <a:highlight>
                  <a:srgbClr val="FFFFFF"/>
                </a:highlight>
                <a:latin typeface="Roboto Mono" pitchFamily="49" charset="0"/>
              </a:rPr>
              <a:t>RANGE</a:t>
            </a:r>
            <a:r>
              <a:rPr lang="en-US" sz="2800" b="0" dirty="0">
                <a:solidFill>
                  <a:srgbClr val="3A474E"/>
                </a:solidFill>
                <a:effectLst/>
                <a:highlight>
                  <a:srgbClr val="FFFFFF"/>
                </a:highlight>
                <a:latin typeface="Roboto Mono" pitchFamily="49" charset="0"/>
              </a:rPr>
              <a:t> </a:t>
            </a:r>
            <a:r>
              <a:rPr lang="en-US" sz="2800" b="0" dirty="0">
                <a:solidFill>
                  <a:srgbClr val="3367D6"/>
                </a:solidFill>
                <a:effectLst/>
                <a:highlight>
                  <a:srgbClr val="FFFFFF"/>
                </a:highlight>
                <a:latin typeface="Roboto Mono" pitchFamily="49" charset="0"/>
              </a:rPr>
              <a:t>BETWEEN</a:t>
            </a:r>
            <a:r>
              <a:rPr lang="en-US" sz="2800" b="0" dirty="0">
                <a:solidFill>
                  <a:srgbClr val="3A474E"/>
                </a:solidFill>
                <a:effectLst/>
                <a:highlight>
                  <a:srgbClr val="FFFFFF"/>
                </a:highlight>
                <a:latin typeface="Roboto Mono" pitchFamily="49" charset="0"/>
              </a:rPr>
              <a:t> </a:t>
            </a:r>
            <a:r>
              <a:rPr lang="en-US" sz="2800" b="0" dirty="0">
                <a:solidFill>
                  <a:srgbClr val="F4511E"/>
                </a:solidFill>
                <a:effectLst/>
                <a:highlight>
                  <a:srgbClr val="FFFFFF"/>
                </a:highlight>
                <a:latin typeface="Roboto Mono" pitchFamily="49" charset="0"/>
              </a:rPr>
              <a:t>3</a:t>
            </a:r>
            <a:r>
              <a:rPr lang="en-US" sz="2800" b="0" dirty="0">
                <a:solidFill>
                  <a:srgbClr val="3A474E"/>
                </a:solidFill>
                <a:effectLst/>
                <a:highlight>
                  <a:srgbClr val="FFFFFF"/>
                </a:highlight>
                <a:latin typeface="Roboto Mono" pitchFamily="49" charset="0"/>
              </a:rPr>
              <a:t> </a:t>
            </a:r>
            <a:r>
              <a:rPr lang="en-US" sz="2800" b="0" dirty="0">
                <a:solidFill>
                  <a:srgbClr val="3367D6"/>
                </a:solidFill>
                <a:effectLst/>
                <a:highlight>
                  <a:srgbClr val="FFFFFF"/>
                </a:highlight>
                <a:latin typeface="Roboto Mono" pitchFamily="49" charset="0"/>
              </a:rPr>
              <a:t>PRECEDING</a:t>
            </a:r>
            <a:r>
              <a:rPr lang="en-US" sz="2800" b="0" dirty="0">
                <a:solidFill>
                  <a:srgbClr val="3A474E"/>
                </a:solidFill>
                <a:effectLst/>
                <a:highlight>
                  <a:srgbClr val="FFFFFF"/>
                </a:highlight>
                <a:latin typeface="Roboto Mono" pitchFamily="49" charset="0"/>
              </a:rPr>
              <a:t> </a:t>
            </a:r>
            <a:r>
              <a:rPr lang="en-US" sz="2800" b="0" dirty="0">
                <a:solidFill>
                  <a:srgbClr val="3367D6"/>
                </a:solidFill>
                <a:effectLst/>
                <a:highlight>
                  <a:srgbClr val="FFFFFF"/>
                </a:highlight>
                <a:latin typeface="Roboto Mono" pitchFamily="49" charset="0"/>
              </a:rPr>
              <a:t>AND</a:t>
            </a:r>
            <a:r>
              <a:rPr lang="en-US" sz="2800" b="0" dirty="0">
                <a:solidFill>
                  <a:srgbClr val="3A474E"/>
                </a:solidFill>
                <a:effectLst/>
                <a:highlight>
                  <a:srgbClr val="FFFFFF"/>
                </a:highlight>
                <a:latin typeface="Roboto Mono" pitchFamily="49" charset="0"/>
              </a:rPr>
              <a:t> </a:t>
            </a:r>
            <a:r>
              <a:rPr lang="en-US" sz="2800" b="0" dirty="0">
                <a:solidFill>
                  <a:srgbClr val="3367D6"/>
                </a:solidFill>
                <a:effectLst/>
                <a:highlight>
                  <a:srgbClr val="FFFFFF"/>
                </a:highlight>
                <a:latin typeface="Roboto Mono" pitchFamily="49" charset="0"/>
              </a:rPr>
              <a:t>CURRENT</a:t>
            </a:r>
            <a:r>
              <a:rPr lang="en-US" sz="2800" b="0" dirty="0">
                <a:solidFill>
                  <a:srgbClr val="3A474E"/>
                </a:solidFill>
                <a:effectLst/>
                <a:highlight>
                  <a:srgbClr val="FFFFFF"/>
                </a:highlight>
                <a:latin typeface="Roboto Mono" pitchFamily="49" charset="0"/>
              </a:rPr>
              <a:t> </a:t>
            </a:r>
            <a:r>
              <a:rPr lang="en-US" sz="2800" b="0" dirty="0">
                <a:solidFill>
                  <a:srgbClr val="3367D6"/>
                </a:solidFill>
                <a:effectLst/>
                <a:highlight>
                  <a:srgbClr val="FFFFFF"/>
                </a:highlight>
                <a:latin typeface="Roboto Mono" pitchFamily="49" charset="0"/>
              </a:rPr>
              <a:t>ROW</a:t>
            </a:r>
            <a:r>
              <a:rPr lang="en-US" sz="2800" b="0" dirty="0">
                <a:solidFill>
                  <a:srgbClr val="37474F"/>
                </a:solidFill>
                <a:effectLst/>
                <a:highlight>
                  <a:srgbClr val="FFFFFF"/>
                </a:highlight>
                <a:latin typeface="Roboto Mono" pitchFamily="49" charset="0"/>
              </a:rPr>
              <a:t>)</a:t>
            </a:r>
            <a:r>
              <a:rPr lang="en-US" sz="2800" b="0" dirty="0">
                <a:solidFill>
                  <a:srgbClr val="3A474E"/>
                </a:solidFill>
                <a:effectLst/>
                <a:highlight>
                  <a:srgbClr val="FFFFFF"/>
                </a:highlight>
                <a:latin typeface="Roboto Mono" pitchFamily="49" charset="0"/>
              </a:rPr>
              <a:t> </a:t>
            </a:r>
            <a:r>
              <a:rPr lang="en-US" sz="2800" b="0" dirty="0">
                <a:solidFill>
                  <a:srgbClr val="3367D6"/>
                </a:solidFill>
                <a:effectLst/>
                <a:highlight>
                  <a:srgbClr val="FFFFFF"/>
                </a:highlight>
                <a:latin typeface="Roboto Mono" pitchFamily="49" charset="0"/>
              </a:rPr>
              <a:t>AS</a:t>
            </a:r>
            <a:r>
              <a:rPr lang="en-US" sz="2800" b="0" dirty="0">
                <a:solidFill>
                  <a:srgbClr val="3A474E"/>
                </a:solidFill>
                <a:effectLst/>
                <a:highlight>
                  <a:srgbClr val="FFFFFF"/>
                </a:highlight>
                <a:latin typeface="Roboto Mono" pitchFamily="49" charset="0"/>
              </a:rPr>
              <a:t> </a:t>
            </a:r>
            <a:r>
              <a:rPr lang="en-US" sz="2800" b="0" dirty="0" err="1">
                <a:solidFill>
                  <a:srgbClr val="000000"/>
                </a:solidFill>
                <a:effectLst/>
                <a:highlight>
                  <a:srgbClr val="FFFFFF"/>
                </a:highlight>
                <a:latin typeface="Roboto Mono" pitchFamily="49" charset="0"/>
              </a:rPr>
              <a:t>avg_total_paid</a:t>
            </a:r>
            <a:r>
              <a:rPr lang="en-US" sz="2800" b="0" dirty="0">
                <a:solidFill>
                  <a:srgbClr val="3A474E"/>
                </a:solidFill>
                <a:effectLst/>
                <a:highlight>
                  <a:srgbClr val="FFFFFF"/>
                </a:highlight>
                <a:latin typeface="Roboto Mono" pitchFamily="49" charset="0"/>
              </a:rPr>
              <a:t> </a:t>
            </a:r>
          </a:p>
          <a:p>
            <a:pPr marL="0" indent="0">
              <a:buNone/>
            </a:pPr>
            <a:r>
              <a:rPr lang="en-US" sz="2800" b="0" dirty="0">
                <a:solidFill>
                  <a:srgbClr val="3367D6"/>
                </a:solidFill>
                <a:effectLst/>
                <a:highlight>
                  <a:srgbClr val="FFFFFF"/>
                </a:highlight>
                <a:latin typeface="Roboto Mono" pitchFamily="49" charset="0"/>
              </a:rPr>
              <a:t>FROM</a:t>
            </a:r>
            <a:r>
              <a:rPr lang="en-US" sz="2800" b="0" dirty="0">
                <a:solidFill>
                  <a:srgbClr val="3A474E"/>
                </a:solidFill>
                <a:effectLst/>
                <a:highlight>
                  <a:srgbClr val="FFFFFF"/>
                </a:highlight>
                <a:latin typeface="Roboto Mono" pitchFamily="49" charset="0"/>
              </a:rPr>
              <a:t> </a:t>
            </a:r>
            <a:r>
              <a:rPr lang="en-US" sz="2800" b="0" dirty="0">
                <a:solidFill>
                  <a:srgbClr val="0D904F"/>
                </a:solidFill>
                <a:effectLst/>
                <a:highlight>
                  <a:srgbClr val="FFFFFF"/>
                </a:highlight>
                <a:latin typeface="Roboto Mono" pitchFamily="49" charset="0"/>
              </a:rPr>
              <a:t>`</a:t>
            </a:r>
            <a:r>
              <a:rPr lang="en-US" sz="2800" b="0" dirty="0" err="1">
                <a:solidFill>
                  <a:srgbClr val="0D904F"/>
                </a:solidFill>
                <a:effectLst/>
                <a:highlight>
                  <a:srgbClr val="FFFFFF"/>
                </a:highlight>
                <a:latin typeface="Roboto Mono" pitchFamily="49" charset="0"/>
              </a:rPr>
              <a:t>purplelab-sales.Training_Dataset.Pharmacy_Clear_Final</a:t>
            </a:r>
            <a:r>
              <a:rPr lang="en-US" sz="2800" b="0" dirty="0">
                <a:solidFill>
                  <a:srgbClr val="0D904F"/>
                </a:solidFill>
                <a:effectLst/>
                <a:highlight>
                  <a:srgbClr val="FFFFFF"/>
                </a:highlight>
                <a:latin typeface="Roboto Mono" pitchFamily="49" charset="0"/>
              </a:rPr>
              <a:t>`</a:t>
            </a:r>
            <a:r>
              <a:rPr lang="en-US" sz="2800" b="0" dirty="0">
                <a:solidFill>
                  <a:srgbClr val="3A474E"/>
                </a:solidFill>
                <a:effectLst/>
                <a:highlight>
                  <a:srgbClr val="FFFFFF"/>
                </a:highlight>
                <a:latin typeface="Roboto Mono" pitchFamily="49" charset="0"/>
              </a:rPr>
              <a:t> </a:t>
            </a:r>
            <a:r>
              <a:rPr lang="en-US" sz="2800" b="0" dirty="0">
                <a:solidFill>
                  <a:srgbClr val="3367D6"/>
                </a:solidFill>
                <a:effectLst/>
                <a:highlight>
                  <a:srgbClr val="FFFFFF"/>
                </a:highlight>
                <a:latin typeface="Roboto Mono" pitchFamily="49" charset="0"/>
              </a:rPr>
              <a:t>LIMIT</a:t>
            </a:r>
            <a:r>
              <a:rPr lang="en-US" sz="2800" b="0" dirty="0">
                <a:solidFill>
                  <a:srgbClr val="3A474E"/>
                </a:solidFill>
                <a:effectLst/>
                <a:highlight>
                  <a:srgbClr val="FFFFFF"/>
                </a:highlight>
                <a:latin typeface="Roboto Mono" pitchFamily="49" charset="0"/>
              </a:rPr>
              <a:t> </a:t>
            </a:r>
            <a:r>
              <a:rPr lang="en-US" sz="2800" b="0" dirty="0">
                <a:solidFill>
                  <a:srgbClr val="F4511E"/>
                </a:solidFill>
                <a:effectLst/>
                <a:highlight>
                  <a:srgbClr val="FFFFFF"/>
                </a:highlight>
                <a:latin typeface="Roboto Mono" pitchFamily="49" charset="0"/>
              </a:rPr>
              <a:t>1000</a:t>
            </a:r>
          </a:p>
          <a:p>
            <a:pPr marL="0" indent="0">
              <a:buNone/>
            </a:pPr>
            <a:endParaRPr lang="en-US" sz="2800" dirty="0">
              <a:solidFill>
                <a:srgbClr val="F4511E"/>
              </a:solidFill>
              <a:highlight>
                <a:srgbClr val="FFFFFF"/>
              </a:highlight>
              <a:latin typeface="Roboto Mono" pitchFamily="49" charset="0"/>
            </a:endParaRPr>
          </a:p>
          <a:p>
            <a:pPr marL="0" indent="0">
              <a:buNone/>
            </a:pPr>
            <a:endParaRPr lang="en-US" sz="2800" b="0" dirty="0">
              <a:solidFill>
                <a:srgbClr val="F4511E"/>
              </a:solidFill>
              <a:effectLst/>
              <a:highlight>
                <a:srgbClr val="FFFFFF"/>
              </a:highlight>
              <a:latin typeface="Roboto Mono" pitchFamily="49" charset="0"/>
            </a:endParaRPr>
          </a:p>
          <a:p>
            <a:pPr marL="0" indent="0">
              <a:buNone/>
            </a:pPr>
            <a:r>
              <a:rPr lang="en-US" sz="2800" b="0" dirty="0">
                <a:solidFill>
                  <a:srgbClr val="3367D6"/>
                </a:solidFill>
                <a:effectLst/>
                <a:highlight>
                  <a:srgbClr val="FFFFFF"/>
                </a:highlight>
                <a:latin typeface="Roboto Mono" pitchFamily="49" charset="0"/>
              </a:rPr>
              <a:t>SELECT</a:t>
            </a:r>
            <a:r>
              <a:rPr lang="en-US" sz="2800" b="0" dirty="0">
                <a:solidFill>
                  <a:srgbClr val="3A474E"/>
                </a:solidFill>
                <a:effectLst/>
                <a:highlight>
                  <a:srgbClr val="FFFFFF"/>
                </a:highlight>
                <a:latin typeface="Roboto Mono" pitchFamily="49" charset="0"/>
              </a:rPr>
              <a:t> </a:t>
            </a:r>
            <a:r>
              <a:rPr lang="en-US" sz="2800" b="0" dirty="0" err="1">
                <a:solidFill>
                  <a:srgbClr val="000000"/>
                </a:solidFill>
                <a:effectLst/>
                <a:highlight>
                  <a:srgbClr val="FFFFFF"/>
                </a:highlight>
                <a:latin typeface="Roboto Mono" pitchFamily="49" charset="0"/>
              </a:rPr>
              <a:t>ndc_desc</a:t>
            </a:r>
            <a:r>
              <a:rPr lang="en-US" sz="2800" b="0" dirty="0" err="1">
                <a:solidFill>
                  <a:srgbClr val="3A474E"/>
                </a:solidFill>
                <a:effectLst/>
                <a:highlight>
                  <a:srgbClr val="FFFFFF"/>
                </a:highlight>
                <a:latin typeface="Roboto Mono" pitchFamily="49" charset="0"/>
              </a:rPr>
              <a:t>,</a:t>
            </a:r>
            <a:r>
              <a:rPr lang="en-US" sz="2800" b="0" dirty="0" err="1">
                <a:solidFill>
                  <a:srgbClr val="000000"/>
                </a:solidFill>
                <a:effectLst/>
                <a:highlight>
                  <a:srgbClr val="FFFFFF"/>
                </a:highlight>
                <a:latin typeface="Roboto Mono" pitchFamily="49" charset="0"/>
              </a:rPr>
              <a:t>total_paid_amt</a:t>
            </a:r>
            <a:r>
              <a:rPr lang="en-US" sz="2800" b="0" dirty="0">
                <a:solidFill>
                  <a:srgbClr val="3A474E"/>
                </a:solidFill>
                <a:effectLst/>
                <a:highlight>
                  <a:srgbClr val="FFFFFF"/>
                </a:highlight>
                <a:latin typeface="Roboto Mono" pitchFamily="49" charset="0"/>
              </a:rPr>
              <a:t>, </a:t>
            </a:r>
          </a:p>
          <a:p>
            <a:pPr marL="0" indent="0">
              <a:buNone/>
            </a:pPr>
            <a:r>
              <a:rPr lang="en-US" sz="2800" b="0" dirty="0">
                <a:solidFill>
                  <a:srgbClr val="3367D6"/>
                </a:solidFill>
                <a:effectLst/>
                <a:highlight>
                  <a:srgbClr val="FFFFFF"/>
                </a:highlight>
                <a:latin typeface="Roboto Mono" pitchFamily="49" charset="0"/>
              </a:rPr>
              <a:t>AVG</a:t>
            </a:r>
            <a:r>
              <a:rPr lang="en-US" sz="2800" b="0" dirty="0">
                <a:solidFill>
                  <a:srgbClr val="37474F"/>
                </a:solidFill>
                <a:effectLst/>
                <a:highlight>
                  <a:srgbClr val="FFFFFF"/>
                </a:highlight>
                <a:latin typeface="Roboto Mono" pitchFamily="49" charset="0"/>
              </a:rPr>
              <a:t>(</a:t>
            </a:r>
            <a:r>
              <a:rPr lang="en-US" sz="2800" b="0" dirty="0" err="1">
                <a:solidFill>
                  <a:srgbClr val="000000"/>
                </a:solidFill>
                <a:effectLst/>
                <a:highlight>
                  <a:srgbClr val="FFFFFF"/>
                </a:highlight>
                <a:latin typeface="Roboto Mono" pitchFamily="49" charset="0"/>
              </a:rPr>
              <a:t>total_paid_amt</a:t>
            </a:r>
            <a:r>
              <a:rPr lang="en-US" sz="2800" b="0" dirty="0">
                <a:solidFill>
                  <a:srgbClr val="37474F"/>
                </a:solidFill>
                <a:effectLst/>
                <a:highlight>
                  <a:srgbClr val="FFFFFF"/>
                </a:highlight>
                <a:latin typeface="Roboto Mono" pitchFamily="49" charset="0"/>
              </a:rPr>
              <a:t>)</a:t>
            </a:r>
            <a:r>
              <a:rPr lang="en-US" sz="2800" b="0" dirty="0">
                <a:solidFill>
                  <a:srgbClr val="3A474E"/>
                </a:solidFill>
                <a:effectLst/>
                <a:highlight>
                  <a:srgbClr val="FFFFFF"/>
                </a:highlight>
                <a:latin typeface="Roboto Mono" pitchFamily="49" charset="0"/>
              </a:rPr>
              <a:t> </a:t>
            </a:r>
            <a:r>
              <a:rPr lang="en-US" sz="2800" b="0" dirty="0">
                <a:solidFill>
                  <a:srgbClr val="3367D6"/>
                </a:solidFill>
                <a:effectLst/>
                <a:highlight>
                  <a:srgbClr val="FFFFFF"/>
                </a:highlight>
                <a:latin typeface="Roboto Mono" pitchFamily="49" charset="0"/>
              </a:rPr>
              <a:t>OVER</a:t>
            </a:r>
            <a:r>
              <a:rPr lang="en-US" sz="2800" b="0" dirty="0">
                <a:solidFill>
                  <a:srgbClr val="37474F"/>
                </a:solidFill>
                <a:effectLst/>
                <a:highlight>
                  <a:srgbClr val="FFFFFF"/>
                </a:highlight>
                <a:latin typeface="Roboto Mono" pitchFamily="49" charset="0"/>
              </a:rPr>
              <a:t>(</a:t>
            </a:r>
            <a:r>
              <a:rPr lang="en-US" sz="2800" b="0" dirty="0">
                <a:solidFill>
                  <a:srgbClr val="3367D6"/>
                </a:solidFill>
                <a:effectLst/>
                <a:highlight>
                  <a:srgbClr val="FFFFFF"/>
                </a:highlight>
                <a:latin typeface="Roboto Mono" pitchFamily="49" charset="0"/>
              </a:rPr>
              <a:t>ORDER</a:t>
            </a:r>
            <a:r>
              <a:rPr lang="en-US" sz="2800" b="0" dirty="0">
                <a:solidFill>
                  <a:srgbClr val="3A474E"/>
                </a:solidFill>
                <a:effectLst/>
                <a:highlight>
                  <a:srgbClr val="FFFFFF"/>
                </a:highlight>
                <a:latin typeface="Roboto Mono" pitchFamily="49" charset="0"/>
              </a:rPr>
              <a:t> </a:t>
            </a:r>
            <a:r>
              <a:rPr lang="en-US" sz="2800" b="0" dirty="0">
                <a:solidFill>
                  <a:srgbClr val="3367D6"/>
                </a:solidFill>
                <a:effectLst/>
                <a:highlight>
                  <a:srgbClr val="FFFFFF"/>
                </a:highlight>
                <a:latin typeface="Roboto Mono" pitchFamily="49" charset="0"/>
              </a:rPr>
              <a:t>BY</a:t>
            </a:r>
            <a:r>
              <a:rPr lang="en-US" sz="2800" b="0" dirty="0">
                <a:solidFill>
                  <a:srgbClr val="3A474E"/>
                </a:solidFill>
                <a:effectLst/>
                <a:highlight>
                  <a:srgbClr val="FFFFFF"/>
                </a:highlight>
                <a:latin typeface="Roboto Mono" pitchFamily="49" charset="0"/>
              </a:rPr>
              <a:t> </a:t>
            </a:r>
            <a:r>
              <a:rPr lang="en-US" sz="2800" b="0" dirty="0" err="1">
                <a:solidFill>
                  <a:srgbClr val="000000"/>
                </a:solidFill>
                <a:effectLst/>
                <a:highlight>
                  <a:srgbClr val="FFFFFF"/>
                </a:highlight>
                <a:latin typeface="Roboto Mono" pitchFamily="49" charset="0"/>
              </a:rPr>
              <a:t>total_paid_amt</a:t>
            </a:r>
            <a:r>
              <a:rPr lang="en-US" sz="2800" b="0" dirty="0">
                <a:solidFill>
                  <a:srgbClr val="3A474E"/>
                </a:solidFill>
                <a:effectLst/>
                <a:highlight>
                  <a:srgbClr val="FFFFFF"/>
                </a:highlight>
                <a:latin typeface="Roboto Mono" pitchFamily="49" charset="0"/>
              </a:rPr>
              <a:t> </a:t>
            </a:r>
            <a:r>
              <a:rPr lang="en-US" sz="2800" b="0" dirty="0">
                <a:solidFill>
                  <a:srgbClr val="3367D6"/>
                </a:solidFill>
                <a:effectLst/>
                <a:highlight>
                  <a:srgbClr val="FFFFFF"/>
                </a:highlight>
                <a:latin typeface="Roboto Mono" pitchFamily="49" charset="0"/>
              </a:rPr>
              <a:t>RANGE</a:t>
            </a:r>
            <a:r>
              <a:rPr lang="en-US" sz="2800" b="0" dirty="0">
                <a:solidFill>
                  <a:srgbClr val="3A474E"/>
                </a:solidFill>
                <a:effectLst/>
                <a:highlight>
                  <a:srgbClr val="FFFFFF"/>
                </a:highlight>
                <a:latin typeface="Roboto Mono" pitchFamily="49" charset="0"/>
              </a:rPr>
              <a:t> </a:t>
            </a:r>
            <a:r>
              <a:rPr lang="en-US" sz="2800" b="0" dirty="0">
                <a:solidFill>
                  <a:srgbClr val="3367D6"/>
                </a:solidFill>
                <a:effectLst/>
                <a:highlight>
                  <a:srgbClr val="FFFFFF"/>
                </a:highlight>
                <a:latin typeface="Roboto Mono" pitchFamily="49" charset="0"/>
              </a:rPr>
              <a:t>BETWEEN</a:t>
            </a:r>
            <a:r>
              <a:rPr lang="en-US" sz="2800" b="0" dirty="0">
                <a:solidFill>
                  <a:srgbClr val="3A474E"/>
                </a:solidFill>
                <a:effectLst/>
                <a:highlight>
                  <a:srgbClr val="FFFFFF"/>
                </a:highlight>
                <a:latin typeface="Roboto Mono" pitchFamily="49" charset="0"/>
              </a:rPr>
              <a:t> </a:t>
            </a:r>
            <a:r>
              <a:rPr lang="en-US" sz="2800" b="0" dirty="0">
                <a:solidFill>
                  <a:srgbClr val="3367D6"/>
                </a:solidFill>
                <a:effectLst/>
                <a:highlight>
                  <a:srgbClr val="FFFFFF"/>
                </a:highlight>
                <a:latin typeface="Roboto Mono" pitchFamily="49" charset="0"/>
              </a:rPr>
              <a:t>CURRENT</a:t>
            </a:r>
            <a:r>
              <a:rPr lang="en-US" sz="2800" b="0" dirty="0">
                <a:solidFill>
                  <a:srgbClr val="3A474E"/>
                </a:solidFill>
                <a:effectLst/>
                <a:highlight>
                  <a:srgbClr val="FFFFFF"/>
                </a:highlight>
                <a:latin typeface="Roboto Mono" pitchFamily="49" charset="0"/>
              </a:rPr>
              <a:t> </a:t>
            </a:r>
            <a:r>
              <a:rPr lang="en-US" sz="2800" b="0" dirty="0">
                <a:solidFill>
                  <a:srgbClr val="3367D6"/>
                </a:solidFill>
                <a:effectLst/>
                <a:highlight>
                  <a:srgbClr val="FFFFFF"/>
                </a:highlight>
                <a:latin typeface="Roboto Mono" pitchFamily="49" charset="0"/>
              </a:rPr>
              <a:t>ROW</a:t>
            </a:r>
            <a:r>
              <a:rPr lang="en-US" sz="2800" b="0" dirty="0">
                <a:solidFill>
                  <a:srgbClr val="3A474E"/>
                </a:solidFill>
                <a:effectLst/>
                <a:highlight>
                  <a:srgbClr val="FFFFFF"/>
                </a:highlight>
                <a:latin typeface="Roboto Mono" pitchFamily="49" charset="0"/>
              </a:rPr>
              <a:t> </a:t>
            </a:r>
            <a:r>
              <a:rPr lang="en-US" sz="2800" b="0" dirty="0">
                <a:solidFill>
                  <a:srgbClr val="3367D6"/>
                </a:solidFill>
                <a:effectLst/>
                <a:highlight>
                  <a:srgbClr val="FFFFFF"/>
                </a:highlight>
                <a:latin typeface="Roboto Mono" pitchFamily="49" charset="0"/>
              </a:rPr>
              <a:t>AND</a:t>
            </a:r>
            <a:r>
              <a:rPr lang="en-US" sz="2800" b="0" dirty="0">
                <a:solidFill>
                  <a:srgbClr val="3A474E"/>
                </a:solidFill>
                <a:effectLst/>
                <a:highlight>
                  <a:srgbClr val="FFFFFF"/>
                </a:highlight>
                <a:latin typeface="Roboto Mono" pitchFamily="49" charset="0"/>
              </a:rPr>
              <a:t> </a:t>
            </a:r>
            <a:r>
              <a:rPr lang="en-US" sz="2800" b="0" dirty="0">
                <a:solidFill>
                  <a:srgbClr val="F4511E"/>
                </a:solidFill>
                <a:effectLst/>
                <a:highlight>
                  <a:srgbClr val="FFFFFF"/>
                </a:highlight>
                <a:latin typeface="Roboto Mono" pitchFamily="49" charset="0"/>
              </a:rPr>
              <a:t>3</a:t>
            </a:r>
            <a:r>
              <a:rPr lang="en-US" sz="2800" b="0" dirty="0">
                <a:solidFill>
                  <a:srgbClr val="3A474E"/>
                </a:solidFill>
                <a:effectLst/>
                <a:highlight>
                  <a:srgbClr val="FFFFFF"/>
                </a:highlight>
                <a:latin typeface="Roboto Mono" pitchFamily="49" charset="0"/>
              </a:rPr>
              <a:t> </a:t>
            </a:r>
            <a:r>
              <a:rPr lang="en-US" sz="2800" b="0" dirty="0">
                <a:solidFill>
                  <a:srgbClr val="3367D6"/>
                </a:solidFill>
                <a:effectLst/>
                <a:highlight>
                  <a:srgbClr val="FFFFFF"/>
                </a:highlight>
                <a:latin typeface="Roboto Mono" pitchFamily="49" charset="0"/>
              </a:rPr>
              <a:t>FOLLOWING</a:t>
            </a:r>
            <a:r>
              <a:rPr lang="en-US" sz="2800" b="0" dirty="0">
                <a:solidFill>
                  <a:srgbClr val="37474F"/>
                </a:solidFill>
                <a:effectLst/>
                <a:highlight>
                  <a:srgbClr val="FFFFFF"/>
                </a:highlight>
                <a:latin typeface="Roboto Mono" pitchFamily="49" charset="0"/>
              </a:rPr>
              <a:t>)</a:t>
            </a:r>
            <a:r>
              <a:rPr lang="en-US" sz="2800" b="0" dirty="0">
                <a:solidFill>
                  <a:srgbClr val="3A474E"/>
                </a:solidFill>
                <a:effectLst/>
                <a:highlight>
                  <a:srgbClr val="FFFFFF"/>
                </a:highlight>
                <a:latin typeface="Roboto Mono" pitchFamily="49" charset="0"/>
              </a:rPr>
              <a:t> </a:t>
            </a:r>
            <a:r>
              <a:rPr lang="en-US" sz="2800" b="0" dirty="0">
                <a:solidFill>
                  <a:srgbClr val="3367D6"/>
                </a:solidFill>
                <a:effectLst/>
                <a:highlight>
                  <a:srgbClr val="FFFFFF"/>
                </a:highlight>
                <a:latin typeface="Roboto Mono" pitchFamily="49" charset="0"/>
              </a:rPr>
              <a:t>AS</a:t>
            </a:r>
            <a:r>
              <a:rPr lang="en-US" sz="2800" b="0" dirty="0">
                <a:solidFill>
                  <a:srgbClr val="3A474E"/>
                </a:solidFill>
                <a:effectLst/>
                <a:highlight>
                  <a:srgbClr val="FFFFFF"/>
                </a:highlight>
                <a:latin typeface="Roboto Mono" pitchFamily="49" charset="0"/>
              </a:rPr>
              <a:t> </a:t>
            </a:r>
            <a:r>
              <a:rPr lang="en-US" sz="2800" b="0" dirty="0" err="1">
                <a:solidFill>
                  <a:srgbClr val="000000"/>
                </a:solidFill>
                <a:effectLst/>
                <a:highlight>
                  <a:srgbClr val="FFFFFF"/>
                </a:highlight>
                <a:latin typeface="Roboto Mono" pitchFamily="49" charset="0"/>
              </a:rPr>
              <a:t>avg_total_paid</a:t>
            </a:r>
            <a:r>
              <a:rPr lang="en-US" sz="2800" b="0" dirty="0">
                <a:solidFill>
                  <a:srgbClr val="3A474E"/>
                </a:solidFill>
                <a:effectLst/>
                <a:highlight>
                  <a:srgbClr val="FFFFFF"/>
                </a:highlight>
                <a:latin typeface="Roboto Mono" pitchFamily="49" charset="0"/>
              </a:rPr>
              <a:t> </a:t>
            </a:r>
          </a:p>
          <a:p>
            <a:pPr marL="0" indent="0">
              <a:buNone/>
            </a:pPr>
            <a:r>
              <a:rPr lang="en-US" sz="2800" b="0" dirty="0">
                <a:solidFill>
                  <a:srgbClr val="3367D6"/>
                </a:solidFill>
                <a:effectLst/>
                <a:highlight>
                  <a:srgbClr val="FFFFFF"/>
                </a:highlight>
                <a:latin typeface="Roboto Mono" pitchFamily="49" charset="0"/>
              </a:rPr>
              <a:t>FROM</a:t>
            </a:r>
            <a:r>
              <a:rPr lang="en-US" sz="2800" b="0" dirty="0">
                <a:solidFill>
                  <a:srgbClr val="3A474E"/>
                </a:solidFill>
                <a:effectLst/>
                <a:highlight>
                  <a:srgbClr val="FFFFFF"/>
                </a:highlight>
                <a:latin typeface="Roboto Mono" pitchFamily="49" charset="0"/>
              </a:rPr>
              <a:t> </a:t>
            </a:r>
            <a:r>
              <a:rPr lang="en-US" sz="2800" b="0" dirty="0">
                <a:solidFill>
                  <a:srgbClr val="0D904F"/>
                </a:solidFill>
                <a:effectLst/>
                <a:highlight>
                  <a:srgbClr val="FFFFFF"/>
                </a:highlight>
                <a:latin typeface="Roboto Mono" pitchFamily="49" charset="0"/>
              </a:rPr>
              <a:t>`</a:t>
            </a:r>
            <a:r>
              <a:rPr lang="en-US" sz="2800" b="0" dirty="0" err="1">
                <a:solidFill>
                  <a:srgbClr val="0D904F"/>
                </a:solidFill>
                <a:effectLst/>
                <a:highlight>
                  <a:srgbClr val="FFFFFF"/>
                </a:highlight>
                <a:latin typeface="Roboto Mono" pitchFamily="49" charset="0"/>
              </a:rPr>
              <a:t>purplelab-sales.Training_Dataset.Pharmacy_Clear_Final</a:t>
            </a:r>
            <a:r>
              <a:rPr lang="en-US" sz="2800" b="0" dirty="0">
                <a:solidFill>
                  <a:srgbClr val="0D904F"/>
                </a:solidFill>
                <a:effectLst/>
                <a:highlight>
                  <a:srgbClr val="FFFFFF"/>
                </a:highlight>
                <a:latin typeface="Roboto Mono" pitchFamily="49" charset="0"/>
              </a:rPr>
              <a:t>`</a:t>
            </a:r>
            <a:r>
              <a:rPr lang="en-US" sz="2800" b="0" dirty="0">
                <a:solidFill>
                  <a:srgbClr val="3A474E"/>
                </a:solidFill>
                <a:effectLst/>
                <a:highlight>
                  <a:srgbClr val="FFFFFF"/>
                </a:highlight>
                <a:latin typeface="Roboto Mono" pitchFamily="49" charset="0"/>
              </a:rPr>
              <a:t> </a:t>
            </a:r>
            <a:r>
              <a:rPr lang="en-US" sz="2800" b="0" dirty="0">
                <a:solidFill>
                  <a:srgbClr val="3367D6"/>
                </a:solidFill>
                <a:effectLst/>
                <a:highlight>
                  <a:srgbClr val="FFFFFF"/>
                </a:highlight>
                <a:latin typeface="Roboto Mono" pitchFamily="49" charset="0"/>
              </a:rPr>
              <a:t>LIMIT</a:t>
            </a:r>
            <a:r>
              <a:rPr lang="en-US" sz="2800" b="0" dirty="0">
                <a:solidFill>
                  <a:srgbClr val="3A474E"/>
                </a:solidFill>
                <a:effectLst/>
                <a:highlight>
                  <a:srgbClr val="FFFFFF"/>
                </a:highlight>
                <a:latin typeface="Roboto Mono" pitchFamily="49" charset="0"/>
              </a:rPr>
              <a:t> </a:t>
            </a:r>
            <a:r>
              <a:rPr lang="en-US" sz="2800" b="0" dirty="0">
                <a:solidFill>
                  <a:srgbClr val="F4511E"/>
                </a:solidFill>
                <a:effectLst/>
                <a:highlight>
                  <a:srgbClr val="FFFFFF"/>
                </a:highlight>
                <a:latin typeface="Roboto Mono" pitchFamily="49" charset="0"/>
              </a:rPr>
              <a:t>1000</a:t>
            </a:r>
            <a:endParaRPr lang="en-US" sz="2800" b="0" dirty="0">
              <a:solidFill>
                <a:srgbClr val="3A474E"/>
              </a:solidFill>
              <a:effectLst/>
              <a:highlight>
                <a:srgbClr val="FFFFFF"/>
              </a:highlight>
              <a:latin typeface="Roboto Mono" pitchFamily="49" charset="0"/>
            </a:endParaRPr>
          </a:p>
          <a:p>
            <a:pPr marL="0" indent="0">
              <a:buNone/>
            </a:pPr>
            <a:endParaRPr lang="en-US" dirty="0"/>
          </a:p>
        </p:txBody>
      </p:sp>
    </p:spTree>
    <p:extLst>
      <p:ext uri="{BB962C8B-B14F-4D97-AF65-F5344CB8AC3E}">
        <p14:creationId xmlns:p14="http://schemas.microsoft.com/office/powerpoint/2010/main" val="240940642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632D9A-C969-9985-B9B5-56E83F6D3761}"/>
              </a:ext>
            </a:extLst>
          </p:cNvPr>
          <p:cNvSpPr>
            <a:spLocks noGrp="1"/>
          </p:cNvSpPr>
          <p:nvPr>
            <p:ph type="title"/>
          </p:nvPr>
        </p:nvSpPr>
        <p:spPr/>
        <p:txBody>
          <a:bodyPr/>
          <a:lstStyle/>
          <a:p>
            <a:r>
              <a:rPr lang="en-US" dirty="0"/>
              <a:t>Working session</a:t>
            </a:r>
          </a:p>
        </p:txBody>
      </p:sp>
      <p:sp>
        <p:nvSpPr>
          <p:cNvPr id="3" name="Content Placeholder 2">
            <a:extLst>
              <a:ext uri="{FF2B5EF4-FFF2-40B4-BE49-F238E27FC236}">
                <a16:creationId xmlns:a16="http://schemas.microsoft.com/office/drawing/2014/main" id="{5F899477-74B3-8F18-5C05-9D9BDA56485C}"/>
              </a:ext>
            </a:extLst>
          </p:cNvPr>
          <p:cNvSpPr>
            <a:spLocks noGrp="1"/>
          </p:cNvSpPr>
          <p:nvPr>
            <p:ph idx="1"/>
          </p:nvPr>
        </p:nvSpPr>
        <p:spPr/>
        <p:txBody>
          <a:bodyPr/>
          <a:lstStyle/>
          <a:p>
            <a:r>
              <a:rPr lang="en-US" dirty="0"/>
              <a:t>Any case studies?</a:t>
            </a:r>
          </a:p>
        </p:txBody>
      </p:sp>
    </p:spTree>
    <p:extLst>
      <p:ext uri="{BB962C8B-B14F-4D97-AF65-F5344CB8AC3E}">
        <p14:creationId xmlns:p14="http://schemas.microsoft.com/office/powerpoint/2010/main" val="4141919639"/>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9C476B-C0EE-C041-E89E-7D94FCD5476F}"/>
              </a:ext>
            </a:extLst>
          </p:cNvPr>
          <p:cNvSpPr>
            <a:spLocks noGrp="1"/>
          </p:cNvSpPr>
          <p:nvPr>
            <p:ph type="title"/>
          </p:nvPr>
        </p:nvSpPr>
        <p:spPr/>
        <p:txBody>
          <a:bodyPr/>
          <a:lstStyle/>
          <a:p>
            <a:r>
              <a:rPr lang="en-US" dirty="0"/>
              <a:t>NEXT</a:t>
            </a:r>
          </a:p>
        </p:txBody>
      </p:sp>
      <p:sp>
        <p:nvSpPr>
          <p:cNvPr id="3" name="Content Placeholder 2">
            <a:extLst>
              <a:ext uri="{FF2B5EF4-FFF2-40B4-BE49-F238E27FC236}">
                <a16:creationId xmlns:a16="http://schemas.microsoft.com/office/drawing/2014/main" id="{1B1CB9A3-D34E-0FB5-F937-3DB9FBC134EE}"/>
              </a:ext>
            </a:extLst>
          </p:cNvPr>
          <p:cNvSpPr>
            <a:spLocks noGrp="1"/>
          </p:cNvSpPr>
          <p:nvPr>
            <p:ph idx="1"/>
          </p:nvPr>
        </p:nvSpPr>
        <p:spPr/>
        <p:txBody>
          <a:bodyPr/>
          <a:lstStyle/>
          <a:p>
            <a:pPr marL="342900" marR="0" lvl="0" indent="-342900">
              <a:spcBef>
                <a:spcPts val="0"/>
              </a:spcBef>
              <a:spcAft>
                <a:spcPts val="0"/>
              </a:spcAft>
              <a:buFont typeface="Symbol" pitchFamily="2" charset="2"/>
              <a:buChar char=""/>
            </a:pPr>
            <a:r>
              <a:rPr lang="en-US" sz="2800" kern="100" dirty="0">
                <a:effectLst/>
                <a:latin typeface="Aptos" panose="020B0004020202020204" pitchFamily="34" charset="0"/>
                <a:ea typeface="Aptos" panose="020B0004020202020204" pitchFamily="34" charset="0"/>
                <a:cs typeface="Times New Roman" panose="02020603050405020304" pitchFamily="18" charset="0"/>
              </a:rPr>
              <a:t>Questions?</a:t>
            </a:r>
          </a:p>
          <a:p>
            <a:pPr marL="342900" marR="0" lvl="0" indent="-342900">
              <a:spcBef>
                <a:spcPts val="0"/>
              </a:spcBef>
              <a:spcAft>
                <a:spcPts val="0"/>
              </a:spcAft>
              <a:buFont typeface="Symbol" pitchFamily="2" charset="2"/>
              <a:buChar char=""/>
            </a:pPr>
            <a:r>
              <a:rPr lang="en-US" sz="2800" kern="100" dirty="0">
                <a:latin typeface="Aptos" panose="020B0004020202020204" pitchFamily="34" charset="0"/>
                <a:ea typeface="Aptos" panose="020B0004020202020204" pitchFamily="34" charset="0"/>
                <a:cs typeface="Times New Roman" panose="02020603050405020304" pitchFamily="18" charset="0"/>
              </a:rPr>
              <a:t>Working sessions.</a:t>
            </a:r>
          </a:p>
          <a:p>
            <a:pPr marL="342900" marR="0" lvl="0" indent="-342900">
              <a:spcBef>
                <a:spcPts val="0"/>
              </a:spcBef>
              <a:spcAft>
                <a:spcPts val="0"/>
              </a:spcAft>
              <a:buFont typeface="Symbol" pitchFamily="2" charset="2"/>
              <a:buChar char=""/>
            </a:pPr>
            <a:r>
              <a:rPr lang="en-US" sz="2800" kern="100">
                <a:latin typeface="Aptos" panose="020B0004020202020204" pitchFamily="34" charset="0"/>
                <a:ea typeface="Aptos" panose="020B0004020202020204" pitchFamily="34" charset="0"/>
                <a:cs typeface="Times New Roman" panose="02020603050405020304" pitchFamily="18" charset="0"/>
              </a:rPr>
              <a:t>Use </a:t>
            </a:r>
            <a:r>
              <a:rPr lang="en-US" sz="2800" kern="100" dirty="0">
                <a:latin typeface="Aptos" panose="020B0004020202020204" pitchFamily="34" charset="0"/>
                <a:ea typeface="Aptos" panose="020B0004020202020204" pitchFamily="34" charset="0"/>
                <a:cs typeface="Times New Roman" panose="02020603050405020304" pitchFamily="18" charset="0"/>
              </a:rPr>
              <a:t>Cases to review.</a:t>
            </a:r>
            <a:endParaRPr lang="en-US" sz="2800" kern="100" dirty="0">
              <a:effectLst/>
              <a:latin typeface="Aptos" panose="020B0004020202020204" pitchFamily="34" charset="0"/>
              <a:ea typeface="Aptos" panose="020B0004020202020204" pitchFamily="34" charset="0"/>
              <a:cs typeface="Times New Roman" panose="02020603050405020304" pitchFamily="18" charset="0"/>
            </a:endParaRPr>
          </a:p>
        </p:txBody>
      </p:sp>
    </p:spTree>
    <p:extLst>
      <p:ext uri="{BB962C8B-B14F-4D97-AF65-F5344CB8AC3E}">
        <p14:creationId xmlns:p14="http://schemas.microsoft.com/office/powerpoint/2010/main" val="404810066"/>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14923</TotalTime>
  <Words>2779</Words>
  <Application>Microsoft Macintosh PowerPoint</Application>
  <PresentationFormat>Widescreen</PresentationFormat>
  <Paragraphs>266</Paragraphs>
  <Slides>38</Slides>
  <Notes>3</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38</vt:i4>
      </vt:variant>
    </vt:vector>
  </HeadingPairs>
  <TitlesOfParts>
    <vt:vector size="45" baseType="lpstr">
      <vt:lpstr>Aptos</vt:lpstr>
      <vt:lpstr>Aptos Display</vt:lpstr>
      <vt:lpstr>Arial</vt:lpstr>
      <vt:lpstr>Roboto</vt:lpstr>
      <vt:lpstr>Roboto Mono</vt:lpstr>
      <vt:lpstr>Symbol</vt:lpstr>
      <vt:lpstr>Office Theme</vt:lpstr>
      <vt:lpstr>Introduction to SQL: Structured Query Language By AppJedi</vt:lpstr>
      <vt:lpstr>Review Syllabus.</vt:lpstr>
      <vt:lpstr>Windows Functions:</vt:lpstr>
      <vt:lpstr>Windows Functions:</vt:lpstr>
      <vt:lpstr>OVER</vt:lpstr>
      <vt:lpstr>The 3 Components of the OVER Clause:</vt:lpstr>
      <vt:lpstr>OVER – EXAMPLE:</vt:lpstr>
      <vt:lpstr>Query Result</vt:lpstr>
      <vt:lpstr>OVER (PARTITION)</vt:lpstr>
      <vt:lpstr>Result:</vt:lpstr>
      <vt:lpstr>OVER vs. GROUP BY</vt:lpstr>
      <vt:lpstr>OVER vs. GROUP BY</vt:lpstr>
      <vt:lpstr>Result:s</vt:lpstr>
      <vt:lpstr>ROW_NUMBER</vt:lpstr>
      <vt:lpstr>Results:</vt:lpstr>
      <vt:lpstr>SUB QUERY TOP 2 PAID</vt:lpstr>
      <vt:lpstr>Result:</vt:lpstr>
      <vt:lpstr>RANK</vt:lpstr>
      <vt:lpstr>Result:</vt:lpstr>
      <vt:lpstr>DENSE_RANK</vt:lpstr>
      <vt:lpstr>DENSE_RANK</vt:lpstr>
      <vt:lpstr>DENSE_RANK - EXAMPLE:</vt:lpstr>
      <vt:lpstr>DENSE_RANK - RESULT:</vt:lpstr>
      <vt:lpstr>LAG (column, [num rows previous, default])</vt:lpstr>
      <vt:lpstr>LAG – RESULT:</vt:lpstr>
      <vt:lpstr>LAG (column, [num rows previous, default])</vt:lpstr>
      <vt:lpstr>LAG (column, [num rows previous, default])</vt:lpstr>
      <vt:lpstr>LAG (column,1, 0)</vt:lpstr>
      <vt:lpstr>LAG (column,1, 0) Sub Query</vt:lpstr>
      <vt:lpstr>LAG (column,1, 0)</vt:lpstr>
      <vt:lpstr>LEAD (column, [num rows next, default])</vt:lpstr>
      <vt:lpstr>LEAD – EXAMPLE:</vt:lpstr>
      <vt:lpstr>LEAD – RESULT:</vt:lpstr>
      <vt:lpstr>ROWS/RANGE</vt:lpstr>
      <vt:lpstr>ROWS Example:</vt:lpstr>
      <vt:lpstr>RANGE:</vt:lpstr>
      <vt:lpstr>Working session</vt:lpstr>
      <vt:lpstr>NEXT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SQL: Structured Query Language </dc:title>
  <dc:creator>Robert Timlin</dc:creator>
  <cp:lastModifiedBy>Bob Timlin</cp:lastModifiedBy>
  <cp:revision>775</cp:revision>
  <dcterms:created xsi:type="dcterms:W3CDTF">2024-04-28T18:01:14Z</dcterms:created>
  <dcterms:modified xsi:type="dcterms:W3CDTF">2026-10-27T17:31:01Z</dcterms:modified>
</cp:coreProperties>
</file>