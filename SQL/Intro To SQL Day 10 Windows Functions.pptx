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8" r:id="rId3"/>
    <p:sldId id="389" r:id="rId4"/>
    <p:sldId id="390" r:id="rId5"/>
    <p:sldId id="391" r:id="rId6"/>
    <p:sldId id="403" r:id="rId7"/>
    <p:sldId id="392" r:id="rId8"/>
    <p:sldId id="414" r:id="rId9"/>
    <p:sldId id="393" r:id="rId10"/>
    <p:sldId id="404" r:id="rId11"/>
    <p:sldId id="406" r:id="rId12"/>
    <p:sldId id="405" r:id="rId13"/>
    <p:sldId id="407" r:id="rId14"/>
    <p:sldId id="394" r:id="rId15"/>
    <p:sldId id="408" r:id="rId16"/>
    <p:sldId id="409" r:id="rId17"/>
    <p:sldId id="410" r:id="rId18"/>
    <p:sldId id="411" r:id="rId19"/>
    <p:sldId id="412" r:id="rId20"/>
    <p:sldId id="413" r:id="rId21"/>
    <p:sldId id="395" r:id="rId22"/>
    <p:sldId id="396" r:id="rId23"/>
    <p:sldId id="397" r:id="rId24"/>
    <p:sldId id="401" r:id="rId25"/>
    <p:sldId id="2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490E0F-513B-4F50-8229-1791D5AB3DEF}" v="22" dt="2024-05-30T12:32:53.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95"/>
    <p:restoredTop sz="94727"/>
  </p:normalViewPr>
  <p:slideViewPr>
    <p:cSldViewPr snapToGrid="0">
      <p:cViewPr varScale="1">
        <p:scale>
          <a:sx n="140" d="100"/>
          <a:sy n="140" d="100"/>
        </p:scale>
        <p:origin x="12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Timlin" userId="d124c02f1cf0960d" providerId="LiveId" clId="{2B490E0F-513B-4F50-8229-1791D5AB3DEF}"/>
    <pc:docChg chg="undo custSel addSld delSld modSld sldOrd">
      <pc:chgData name="Robert Timlin" userId="d124c02f1cf0960d" providerId="LiveId" clId="{2B490E0F-513B-4F50-8229-1791D5AB3DEF}" dt="2024-05-30T12:34:46.236" v="1793" actId="12"/>
      <pc:docMkLst>
        <pc:docMk/>
      </pc:docMkLst>
      <pc:sldChg chg="modSp mod">
        <pc:chgData name="Robert Timlin" userId="d124c02f1cf0960d" providerId="LiveId" clId="{2B490E0F-513B-4F50-8229-1791D5AB3DEF}" dt="2024-05-29T11:02:00.833" v="4" actId="20577"/>
        <pc:sldMkLst>
          <pc:docMk/>
          <pc:sldMk cId="2045926716" sldId="256"/>
        </pc:sldMkLst>
        <pc:spChg chg="mod">
          <ac:chgData name="Robert Timlin" userId="d124c02f1cf0960d" providerId="LiveId" clId="{2B490E0F-513B-4F50-8229-1791D5AB3DEF}" dt="2024-05-29T11:02:00.833" v="4" actId="20577"/>
          <ac:spMkLst>
            <pc:docMk/>
            <pc:sldMk cId="2045926716" sldId="256"/>
            <ac:spMk id="3" creationId="{D94D1DB5-BA77-C674-7DEA-5C9C2BAC7B70}"/>
          </ac:spMkLst>
        </pc:spChg>
      </pc:sldChg>
      <pc:sldChg chg="modSp mod">
        <pc:chgData name="Robert Timlin" userId="d124c02f1cf0960d" providerId="LiveId" clId="{2B490E0F-513B-4F50-8229-1791D5AB3DEF}" dt="2024-05-29T11:02:11.443" v="6" actId="113"/>
        <pc:sldMkLst>
          <pc:docMk/>
          <pc:sldMk cId="2890455652" sldId="268"/>
        </pc:sldMkLst>
        <pc:spChg chg="mod">
          <ac:chgData name="Robert Timlin" userId="d124c02f1cf0960d" providerId="LiveId" clId="{2B490E0F-513B-4F50-8229-1791D5AB3DEF}" dt="2024-05-29T11:02:11.443" v="6" actId="113"/>
          <ac:spMkLst>
            <pc:docMk/>
            <pc:sldMk cId="2890455652" sldId="268"/>
            <ac:spMk id="3" creationId="{CBEE6D64-96DA-7CF2-3842-F404BE96955E}"/>
          </ac:spMkLst>
        </pc:spChg>
      </pc:sldChg>
      <pc:sldChg chg="addSp delSp modSp mod">
        <pc:chgData name="Robert Timlin" userId="d124c02f1cf0960d" providerId="LiveId" clId="{2B490E0F-513B-4F50-8229-1791D5AB3DEF}" dt="2024-05-29T11:18:02.926" v="30"/>
        <pc:sldMkLst>
          <pc:docMk/>
          <pc:sldMk cId="2448862193" sldId="279"/>
        </pc:sldMkLst>
        <pc:spChg chg="mod">
          <ac:chgData name="Robert Timlin" userId="d124c02f1cf0960d" providerId="LiveId" clId="{2B490E0F-513B-4F50-8229-1791D5AB3DEF}" dt="2024-05-29T11:02:26.929" v="27" actId="20577"/>
          <ac:spMkLst>
            <pc:docMk/>
            <pc:sldMk cId="2448862193" sldId="279"/>
            <ac:spMk id="2" creationId="{542026BB-69D0-7220-FB4A-DE83D4A01B25}"/>
          </ac:spMkLst>
        </pc:spChg>
        <pc:spChg chg="add del mod">
          <ac:chgData name="Robert Timlin" userId="d124c02f1cf0960d" providerId="LiveId" clId="{2B490E0F-513B-4F50-8229-1791D5AB3DEF}" dt="2024-05-29T11:18:02.926" v="30"/>
          <ac:spMkLst>
            <pc:docMk/>
            <pc:sldMk cId="2448862193" sldId="279"/>
            <ac:spMk id="3" creationId="{0C3A792E-DFB2-6277-D807-7ACC42733D70}"/>
          </ac:spMkLst>
        </pc:spChg>
        <pc:spChg chg="add mod">
          <ac:chgData name="Robert Timlin" userId="d124c02f1cf0960d" providerId="LiveId" clId="{2B490E0F-513B-4F50-8229-1791D5AB3DEF}" dt="2024-05-29T11:17:50.658" v="29"/>
          <ac:spMkLst>
            <pc:docMk/>
            <pc:sldMk cId="2448862193" sldId="279"/>
            <ac:spMk id="4" creationId="{D747C221-02EE-107D-3305-01C9F24B92C3}"/>
          </ac:spMkLst>
        </pc:spChg>
      </pc:sldChg>
      <pc:sldChg chg="del">
        <pc:chgData name="Robert Timlin" userId="d124c02f1cf0960d" providerId="LiveId" clId="{2B490E0F-513B-4F50-8229-1791D5AB3DEF}" dt="2024-05-29T12:12:50.626" v="1523" actId="47"/>
        <pc:sldMkLst>
          <pc:docMk/>
          <pc:sldMk cId="2220772602" sldId="280"/>
        </pc:sldMkLst>
      </pc:sldChg>
      <pc:sldChg chg="del">
        <pc:chgData name="Robert Timlin" userId="d124c02f1cf0960d" providerId="LiveId" clId="{2B490E0F-513B-4F50-8229-1791D5AB3DEF}" dt="2024-05-29T12:12:49.470" v="1522" actId="47"/>
        <pc:sldMkLst>
          <pc:docMk/>
          <pc:sldMk cId="3278698188" sldId="300"/>
        </pc:sldMkLst>
      </pc:sldChg>
      <pc:sldChg chg="delSp modSp mod">
        <pc:chgData name="Robert Timlin" userId="d124c02f1cf0960d" providerId="LiveId" clId="{2B490E0F-513B-4F50-8229-1791D5AB3DEF}" dt="2024-05-29T11:33:45.864" v="772"/>
        <pc:sldMkLst>
          <pc:docMk/>
          <pc:sldMk cId="2659466584" sldId="302"/>
        </pc:sldMkLst>
        <pc:spChg chg="mod">
          <ac:chgData name="Robert Timlin" userId="d124c02f1cf0960d" providerId="LiveId" clId="{2B490E0F-513B-4F50-8229-1791D5AB3DEF}" dt="2024-05-29T11:33:21.462" v="770"/>
          <ac:spMkLst>
            <pc:docMk/>
            <pc:sldMk cId="2659466584" sldId="302"/>
            <ac:spMk id="2" creationId="{542026BB-69D0-7220-FB4A-DE83D4A01B25}"/>
          </ac:spMkLst>
        </pc:spChg>
        <pc:spChg chg="mod">
          <ac:chgData name="Robert Timlin" userId="d124c02f1cf0960d" providerId="LiveId" clId="{2B490E0F-513B-4F50-8229-1791D5AB3DEF}" dt="2024-05-29T11:33:45.864" v="772"/>
          <ac:spMkLst>
            <pc:docMk/>
            <pc:sldMk cId="2659466584" sldId="302"/>
            <ac:spMk id="3" creationId="{0C3A792E-DFB2-6277-D807-7ACC42733D70}"/>
          </ac:spMkLst>
        </pc:spChg>
        <pc:picChg chg="del">
          <ac:chgData name="Robert Timlin" userId="d124c02f1cf0960d" providerId="LiveId" clId="{2B490E0F-513B-4F50-8229-1791D5AB3DEF}" dt="2024-05-29T11:33:32.007" v="771" actId="478"/>
          <ac:picMkLst>
            <pc:docMk/>
            <pc:sldMk cId="2659466584" sldId="302"/>
            <ac:picMk id="6" creationId="{96902EA8-82AB-E925-D838-A88A154B835E}"/>
          </ac:picMkLst>
        </pc:picChg>
      </pc:sldChg>
      <pc:sldChg chg="delSp modSp mod">
        <pc:chgData name="Robert Timlin" userId="d124c02f1cf0960d" providerId="LiveId" clId="{2B490E0F-513B-4F50-8229-1791D5AB3DEF}" dt="2024-05-29T11:34:29.445" v="782" actId="20577"/>
        <pc:sldMkLst>
          <pc:docMk/>
          <pc:sldMk cId="3344806887" sldId="304"/>
        </pc:sldMkLst>
        <pc:spChg chg="mod">
          <ac:chgData name="Robert Timlin" userId="d124c02f1cf0960d" providerId="LiveId" clId="{2B490E0F-513B-4F50-8229-1791D5AB3DEF}" dt="2024-05-29T11:34:21.509" v="776" actId="20577"/>
          <ac:spMkLst>
            <pc:docMk/>
            <pc:sldMk cId="3344806887" sldId="304"/>
            <ac:spMk id="2" creationId="{542026BB-69D0-7220-FB4A-DE83D4A01B25}"/>
          </ac:spMkLst>
        </pc:spChg>
        <pc:spChg chg="mod">
          <ac:chgData name="Robert Timlin" userId="d124c02f1cf0960d" providerId="LiveId" clId="{2B490E0F-513B-4F50-8229-1791D5AB3DEF}" dt="2024-05-29T11:34:29.445" v="782" actId="20577"/>
          <ac:spMkLst>
            <pc:docMk/>
            <pc:sldMk cId="3344806887" sldId="304"/>
            <ac:spMk id="3" creationId="{0C3A792E-DFB2-6277-D807-7ACC42733D70}"/>
          </ac:spMkLst>
        </pc:spChg>
        <pc:picChg chg="del">
          <ac:chgData name="Robert Timlin" userId="d124c02f1cf0960d" providerId="LiveId" clId="{2B490E0F-513B-4F50-8229-1791D5AB3DEF}" dt="2024-05-29T11:34:23.934" v="777" actId="478"/>
          <ac:picMkLst>
            <pc:docMk/>
            <pc:sldMk cId="3344806887" sldId="304"/>
            <ac:picMk id="5" creationId="{FF53AB3A-3A44-B393-B710-C310B8BFC7FE}"/>
          </ac:picMkLst>
        </pc:picChg>
      </pc:sldChg>
      <pc:sldChg chg="addSp delSp modSp mod">
        <pc:chgData name="Robert Timlin" userId="d124c02f1cf0960d" providerId="LiveId" clId="{2B490E0F-513B-4F50-8229-1791D5AB3DEF}" dt="2024-05-29T11:31:06.193" v="769" actId="27636"/>
        <pc:sldMkLst>
          <pc:docMk/>
          <pc:sldMk cId="2354023255" sldId="314"/>
        </pc:sldMkLst>
        <pc:spChg chg="mod">
          <ac:chgData name="Robert Timlin" userId="d124c02f1cf0960d" providerId="LiveId" clId="{2B490E0F-513B-4F50-8229-1791D5AB3DEF}" dt="2024-05-29T11:29:46.953" v="718" actId="20577"/>
          <ac:spMkLst>
            <pc:docMk/>
            <pc:sldMk cId="2354023255" sldId="314"/>
            <ac:spMk id="2" creationId="{126FAA97-93AD-6A0A-9A78-DDCD39C07982}"/>
          </ac:spMkLst>
        </pc:spChg>
        <pc:spChg chg="add mod">
          <ac:chgData name="Robert Timlin" userId="d124c02f1cf0960d" providerId="LiveId" clId="{2B490E0F-513B-4F50-8229-1791D5AB3DEF}" dt="2024-05-29T11:31:06.193" v="769" actId="27636"/>
          <ac:spMkLst>
            <pc:docMk/>
            <pc:sldMk cId="2354023255" sldId="314"/>
            <ac:spMk id="4" creationId="{BBA75450-2B62-7FE2-1477-62A94EDA7015}"/>
          </ac:spMkLst>
        </pc:spChg>
        <pc:picChg chg="del">
          <ac:chgData name="Robert Timlin" userId="d124c02f1cf0960d" providerId="LiveId" clId="{2B490E0F-513B-4F50-8229-1791D5AB3DEF}" dt="2024-05-29T11:29:29.023" v="703" actId="478"/>
          <ac:picMkLst>
            <pc:docMk/>
            <pc:sldMk cId="2354023255" sldId="314"/>
            <ac:picMk id="5" creationId="{54C94750-C34B-A31B-1D34-C69F48A151B3}"/>
          </ac:picMkLst>
        </pc:picChg>
      </pc:sldChg>
      <pc:sldChg chg="delSp modSp mod">
        <pc:chgData name="Robert Timlin" userId="d124c02f1cf0960d" providerId="LiveId" clId="{2B490E0F-513B-4F50-8229-1791D5AB3DEF}" dt="2024-05-29T11:41:47.011" v="1118" actId="27636"/>
        <pc:sldMkLst>
          <pc:docMk/>
          <pc:sldMk cId="84411835" sldId="315"/>
        </pc:sldMkLst>
        <pc:spChg chg="mod">
          <ac:chgData name="Robert Timlin" userId="d124c02f1cf0960d" providerId="LiveId" clId="{2B490E0F-513B-4F50-8229-1791D5AB3DEF}" dt="2024-05-29T11:39:13.758" v="994" actId="20577"/>
          <ac:spMkLst>
            <pc:docMk/>
            <pc:sldMk cId="84411835" sldId="315"/>
            <ac:spMk id="2" creationId="{1CE3DC13-132D-7907-29FF-421121069B04}"/>
          </ac:spMkLst>
        </pc:spChg>
        <pc:spChg chg="mod">
          <ac:chgData name="Robert Timlin" userId="d124c02f1cf0960d" providerId="LiveId" clId="{2B490E0F-513B-4F50-8229-1791D5AB3DEF}" dt="2024-05-29T11:41:47.011" v="1118" actId="27636"/>
          <ac:spMkLst>
            <pc:docMk/>
            <pc:sldMk cId="84411835" sldId="315"/>
            <ac:spMk id="3" creationId="{9585B3B1-768B-2C50-5195-3DA7CD8CBA5A}"/>
          </ac:spMkLst>
        </pc:spChg>
        <pc:picChg chg="del">
          <ac:chgData name="Robert Timlin" userId="d124c02f1cf0960d" providerId="LiveId" clId="{2B490E0F-513B-4F50-8229-1791D5AB3DEF}" dt="2024-05-29T11:39:07.145" v="990" actId="478"/>
          <ac:picMkLst>
            <pc:docMk/>
            <pc:sldMk cId="84411835" sldId="315"/>
            <ac:picMk id="6" creationId="{413A9AAE-A725-FDB7-59EE-4CB132EDF2DF}"/>
          </ac:picMkLst>
        </pc:picChg>
      </pc:sldChg>
      <pc:sldChg chg="addSp delSp modSp mod">
        <pc:chgData name="Robert Timlin" userId="d124c02f1cf0960d" providerId="LiveId" clId="{2B490E0F-513B-4F50-8229-1791D5AB3DEF}" dt="2024-05-29T11:46:28.612" v="1229" actId="20577"/>
        <pc:sldMkLst>
          <pc:docMk/>
          <pc:sldMk cId="280872870" sldId="316"/>
        </pc:sldMkLst>
        <pc:spChg chg="mod">
          <ac:chgData name="Robert Timlin" userId="d124c02f1cf0960d" providerId="LiveId" clId="{2B490E0F-513B-4F50-8229-1791D5AB3DEF}" dt="2024-05-29T11:46:28.612" v="1229" actId="20577"/>
          <ac:spMkLst>
            <pc:docMk/>
            <pc:sldMk cId="280872870" sldId="316"/>
            <ac:spMk id="2" creationId="{3CDA062C-155A-EEA3-3CB9-19BC6FDDC795}"/>
          </ac:spMkLst>
        </pc:spChg>
        <pc:spChg chg="mod">
          <ac:chgData name="Robert Timlin" userId="d124c02f1cf0960d" providerId="LiveId" clId="{2B490E0F-513B-4F50-8229-1791D5AB3DEF}" dt="2024-05-29T11:46:23.383" v="1224" actId="20577"/>
          <ac:spMkLst>
            <pc:docMk/>
            <pc:sldMk cId="280872870" sldId="316"/>
            <ac:spMk id="3" creationId="{472BF491-3AED-0248-746F-1189E00A533A}"/>
          </ac:spMkLst>
        </pc:spChg>
        <pc:spChg chg="add del">
          <ac:chgData name="Robert Timlin" userId="d124c02f1cf0960d" providerId="LiveId" clId="{2B490E0F-513B-4F50-8229-1791D5AB3DEF}" dt="2024-05-29T11:45:58.852" v="1190" actId="22"/>
          <ac:spMkLst>
            <pc:docMk/>
            <pc:sldMk cId="280872870" sldId="316"/>
            <ac:spMk id="5" creationId="{DCF942C0-AEF3-145B-219D-5DA4CA56FDA4}"/>
          </ac:spMkLst>
        </pc:spChg>
        <pc:picChg chg="del">
          <ac:chgData name="Robert Timlin" userId="d124c02f1cf0960d" providerId="LiveId" clId="{2B490E0F-513B-4F50-8229-1791D5AB3DEF}" dt="2024-05-29T11:45:55.316" v="1188" actId="478"/>
          <ac:picMkLst>
            <pc:docMk/>
            <pc:sldMk cId="280872870" sldId="316"/>
            <ac:picMk id="6" creationId="{3F488D2A-3730-748E-0B35-7E872DEFFCAA}"/>
          </ac:picMkLst>
        </pc:picChg>
      </pc:sldChg>
      <pc:sldChg chg="delSp modSp mod">
        <pc:chgData name="Robert Timlin" userId="d124c02f1cf0960d" providerId="LiveId" clId="{2B490E0F-513B-4F50-8229-1791D5AB3DEF}" dt="2024-05-29T11:48:40.668" v="1269" actId="20577"/>
        <pc:sldMkLst>
          <pc:docMk/>
          <pc:sldMk cId="1104898752" sldId="317"/>
        </pc:sldMkLst>
        <pc:spChg chg="mod">
          <ac:chgData name="Robert Timlin" userId="d124c02f1cf0960d" providerId="LiveId" clId="{2B490E0F-513B-4F50-8229-1791D5AB3DEF}" dt="2024-05-29T11:48:40.668" v="1269" actId="20577"/>
          <ac:spMkLst>
            <pc:docMk/>
            <pc:sldMk cId="1104898752" sldId="317"/>
            <ac:spMk id="2" creationId="{FFED9DF9-E716-5A07-82C3-DAA1C722993D}"/>
          </ac:spMkLst>
        </pc:spChg>
        <pc:spChg chg="mod">
          <ac:chgData name="Robert Timlin" userId="d124c02f1cf0960d" providerId="LiveId" clId="{2B490E0F-513B-4F50-8229-1791D5AB3DEF}" dt="2024-05-29T11:47:34.586" v="1260" actId="6549"/>
          <ac:spMkLst>
            <pc:docMk/>
            <pc:sldMk cId="1104898752" sldId="317"/>
            <ac:spMk id="3" creationId="{54EF26FF-2EE6-1F00-D765-06751F5E793F}"/>
          </ac:spMkLst>
        </pc:spChg>
        <pc:picChg chg="del">
          <ac:chgData name="Robert Timlin" userId="d124c02f1cf0960d" providerId="LiveId" clId="{2B490E0F-513B-4F50-8229-1791D5AB3DEF}" dt="2024-05-29T11:47:05.245" v="1230" actId="478"/>
          <ac:picMkLst>
            <pc:docMk/>
            <pc:sldMk cId="1104898752" sldId="317"/>
            <ac:picMk id="6" creationId="{46E9279B-6163-07A7-F608-444AB2A431CE}"/>
          </ac:picMkLst>
        </pc:picChg>
      </pc:sldChg>
      <pc:sldChg chg="addSp modSp mod">
        <pc:chgData name="Robert Timlin" userId="d124c02f1cf0960d" providerId="LiveId" clId="{2B490E0F-513B-4F50-8229-1791D5AB3DEF}" dt="2024-05-30T11:20:05.207" v="1589" actId="20577"/>
        <pc:sldMkLst>
          <pc:docMk/>
          <pc:sldMk cId="2293559796" sldId="324"/>
        </pc:sldMkLst>
        <pc:spChg chg="mod">
          <ac:chgData name="Robert Timlin" userId="d124c02f1cf0960d" providerId="LiveId" clId="{2B490E0F-513B-4F50-8229-1791D5AB3DEF}" dt="2024-05-30T11:20:05.207" v="1589" actId="20577"/>
          <ac:spMkLst>
            <pc:docMk/>
            <pc:sldMk cId="2293559796" sldId="324"/>
            <ac:spMk id="2" creationId="{542026BB-69D0-7220-FB4A-DE83D4A01B25}"/>
          </ac:spMkLst>
        </pc:spChg>
        <pc:spChg chg="mod">
          <ac:chgData name="Robert Timlin" userId="d124c02f1cf0960d" providerId="LiveId" clId="{2B490E0F-513B-4F50-8229-1791D5AB3DEF}" dt="2024-05-29T11:23:31.179" v="390"/>
          <ac:spMkLst>
            <pc:docMk/>
            <pc:sldMk cId="2293559796" sldId="324"/>
            <ac:spMk id="3" creationId="{0C3A792E-DFB2-6277-D807-7ACC42733D70}"/>
          </ac:spMkLst>
        </pc:spChg>
        <pc:spChg chg="add">
          <ac:chgData name="Robert Timlin" userId="d124c02f1cf0960d" providerId="LiveId" clId="{2B490E0F-513B-4F50-8229-1791D5AB3DEF}" dt="2024-05-29T11:19:41.235" v="122"/>
          <ac:spMkLst>
            <pc:docMk/>
            <pc:sldMk cId="2293559796" sldId="324"/>
            <ac:spMk id="4" creationId="{0D20E926-F9C4-8BFA-0F1A-826DE616837D}"/>
          </ac:spMkLst>
        </pc:spChg>
      </pc:sldChg>
      <pc:sldChg chg="addSp modSp mod">
        <pc:chgData name="Robert Timlin" userId="d124c02f1cf0960d" providerId="LiveId" clId="{2B490E0F-513B-4F50-8229-1791D5AB3DEF}" dt="2024-05-29T12:39:58.827" v="1535" actId="20577"/>
        <pc:sldMkLst>
          <pc:docMk/>
          <pc:sldMk cId="917187878" sldId="325"/>
        </pc:sldMkLst>
        <pc:spChg chg="mod">
          <ac:chgData name="Robert Timlin" userId="d124c02f1cf0960d" providerId="LiveId" clId="{2B490E0F-513B-4F50-8229-1791D5AB3DEF}" dt="2024-05-29T12:39:58.827" v="1535" actId="20577"/>
          <ac:spMkLst>
            <pc:docMk/>
            <pc:sldMk cId="917187878" sldId="325"/>
            <ac:spMk id="2" creationId="{542026BB-69D0-7220-FB4A-DE83D4A01B25}"/>
          </ac:spMkLst>
        </pc:spChg>
        <pc:spChg chg="mod">
          <ac:chgData name="Robert Timlin" userId="d124c02f1cf0960d" providerId="LiveId" clId="{2B490E0F-513B-4F50-8229-1791D5AB3DEF}" dt="2024-05-29T11:28:41.162" v="693" actId="20577"/>
          <ac:spMkLst>
            <pc:docMk/>
            <pc:sldMk cId="917187878" sldId="325"/>
            <ac:spMk id="3" creationId="{0C3A792E-DFB2-6277-D807-7ACC42733D70}"/>
          </ac:spMkLst>
        </pc:spChg>
        <pc:spChg chg="add">
          <ac:chgData name="Robert Timlin" userId="d124c02f1cf0960d" providerId="LiveId" clId="{2B490E0F-513B-4F50-8229-1791D5AB3DEF}" dt="2024-05-29T11:23:02.655" v="367"/>
          <ac:spMkLst>
            <pc:docMk/>
            <pc:sldMk cId="917187878" sldId="325"/>
            <ac:spMk id="4" creationId="{DC73659F-9F5F-C8DF-9A78-458A16786E20}"/>
          </ac:spMkLst>
        </pc:spChg>
      </pc:sldChg>
      <pc:sldChg chg="modSp mod">
        <pc:chgData name="Robert Timlin" userId="d124c02f1cf0960d" providerId="LiveId" clId="{2B490E0F-513B-4F50-8229-1791D5AB3DEF}" dt="2024-05-29T11:29:22" v="702" actId="20577"/>
        <pc:sldMkLst>
          <pc:docMk/>
          <pc:sldMk cId="3855617541" sldId="326"/>
        </pc:sldMkLst>
        <pc:spChg chg="mod">
          <ac:chgData name="Robert Timlin" userId="d124c02f1cf0960d" providerId="LiveId" clId="{2B490E0F-513B-4F50-8229-1791D5AB3DEF}" dt="2024-05-29T11:25:22.450" v="460"/>
          <ac:spMkLst>
            <pc:docMk/>
            <pc:sldMk cId="3855617541" sldId="326"/>
            <ac:spMk id="2" creationId="{542026BB-69D0-7220-FB4A-DE83D4A01B25}"/>
          </ac:spMkLst>
        </pc:spChg>
        <pc:spChg chg="mod">
          <ac:chgData name="Robert Timlin" userId="d124c02f1cf0960d" providerId="LiveId" clId="{2B490E0F-513B-4F50-8229-1791D5AB3DEF}" dt="2024-05-29T11:29:22" v="702" actId="20577"/>
          <ac:spMkLst>
            <pc:docMk/>
            <pc:sldMk cId="3855617541" sldId="326"/>
            <ac:spMk id="3" creationId="{0C3A792E-DFB2-6277-D807-7ACC42733D70}"/>
          </ac:spMkLst>
        </pc:spChg>
      </pc:sldChg>
      <pc:sldChg chg="delSp modSp mod">
        <pc:chgData name="Robert Timlin" userId="d124c02f1cf0960d" providerId="LiveId" clId="{2B490E0F-513B-4F50-8229-1791D5AB3DEF}" dt="2024-05-29T11:36:28.158" v="881" actId="20577"/>
        <pc:sldMkLst>
          <pc:docMk/>
          <pc:sldMk cId="3421320435" sldId="327"/>
        </pc:sldMkLst>
        <pc:spChg chg="mod">
          <ac:chgData name="Robert Timlin" userId="d124c02f1cf0960d" providerId="LiveId" clId="{2B490E0F-513B-4F50-8229-1791D5AB3DEF}" dt="2024-05-29T11:35:32.399" v="794" actId="20577"/>
          <ac:spMkLst>
            <pc:docMk/>
            <pc:sldMk cId="3421320435" sldId="327"/>
            <ac:spMk id="2" creationId="{542026BB-69D0-7220-FB4A-DE83D4A01B25}"/>
          </ac:spMkLst>
        </pc:spChg>
        <pc:spChg chg="mod">
          <ac:chgData name="Robert Timlin" userId="d124c02f1cf0960d" providerId="LiveId" clId="{2B490E0F-513B-4F50-8229-1791D5AB3DEF}" dt="2024-05-29T11:36:28.158" v="881" actId="20577"/>
          <ac:spMkLst>
            <pc:docMk/>
            <pc:sldMk cId="3421320435" sldId="327"/>
            <ac:spMk id="3" creationId="{0C3A792E-DFB2-6277-D807-7ACC42733D70}"/>
          </ac:spMkLst>
        </pc:spChg>
        <pc:picChg chg="del">
          <ac:chgData name="Robert Timlin" userId="d124c02f1cf0960d" providerId="LiveId" clId="{2B490E0F-513B-4F50-8229-1791D5AB3DEF}" dt="2024-05-29T11:35:34.793" v="795" actId="478"/>
          <ac:picMkLst>
            <pc:docMk/>
            <pc:sldMk cId="3421320435" sldId="327"/>
            <ac:picMk id="5" creationId="{58A2471D-2476-7498-F852-8119CB191F55}"/>
          </ac:picMkLst>
        </pc:picChg>
      </pc:sldChg>
      <pc:sldChg chg="delSp modSp mod">
        <pc:chgData name="Robert Timlin" userId="d124c02f1cf0960d" providerId="LiveId" clId="{2B490E0F-513B-4F50-8229-1791D5AB3DEF}" dt="2024-05-29T11:38:32.316" v="983" actId="2711"/>
        <pc:sldMkLst>
          <pc:docMk/>
          <pc:sldMk cId="3852996370" sldId="333"/>
        </pc:sldMkLst>
        <pc:spChg chg="mod">
          <ac:chgData name="Robert Timlin" userId="d124c02f1cf0960d" providerId="LiveId" clId="{2B490E0F-513B-4F50-8229-1791D5AB3DEF}" dt="2024-05-29T11:36:45.163" v="886" actId="20577"/>
          <ac:spMkLst>
            <pc:docMk/>
            <pc:sldMk cId="3852996370" sldId="333"/>
            <ac:spMk id="2" creationId="{542026BB-69D0-7220-FB4A-DE83D4A01B25}"/>
          </ac:spMkLst>
        </pc:spChg>
        <pc:spChg chg="mod">
          <ac:chgData name="Robert Timlin" userId="d124c02f1cf0960d" providerId="LiveId" clId="{2B490E0F-513B-4F50-8229-1791D5AB3DEF}" dt="2024-05-29T11:38:32.316" v="983" actId="2711"/>
          <ac:spMkLst>
            <pc:docMk/>
            <pc:sldMk cId="3852996370" sldId="333"/>
            <ac:spMk id="3" creationId="{0C3A792E-DFB2-6277-D807-7ACC42733D70}"/>
          </ac:spMkLst>
        </pc:spChg>
        <pc:picChg chg="del">
          <ac:chgData name="Robert Timlin" userId="d124c02f1cf0960d" providerId="LiveId" clId="{2B490E0F-513B-4F50-8229-1791D5AB3DEF}" dt="2024-05-29T11:36:47.704" v="887" actId="478"/>
          <ac:picMkLst>
            <pc:docMk/>
            <pc:sldMk cId="3852996370" sldId="333"/>
            <ac:picMk id="6" creationId="{230F4886-C719-D737-289C-7881EA9B15DE}"/>
          </ac:picMkLst>
        </pc:picChg>
      </pc:sldChg>
      <pc:sldChg chg="delSp modSp mod">
        <pc:chgData name="Robert Timlin" userId="d124c02f1cf0960d" providerId="LiveId" clId="{2B490E0F-513B-4F50-8229-1791D5AB3DEF}" dt="2024-05-29T11:45:09.146" v="1177" actId="27636"/>
        <pc:sldMkLst>
          <pc:docMk/>
          <pc:sldMk cId="3795996760" sldId="334"/>
        </pc:sldMkLst>
        <pc:spChg chg="mod">
          <ac:chgData name="Robert Timlin" userId="d124c02f1cf0960d" providerId="LiveId" clId="{2B490E0F-513B-4F50-8229-1791D5AB3DEF}" dt="2024-05-29T11:41:56.438" v="1122" actId="20577"/>
          <ac:spMkLst>
            <pc:docMk/>
            <pc:sldMk cId="3795996760" sldId="334"/>
            <ac:spMk id="2" creationId="{1CE3DC13-132D-7907-29FF-421121069B04}"/>
          </ac:spMkLst>
        </pc:spChg>
        <pc:spChg chg="mod">
          <ac:chgData name="Robert Timlin" userId="d124c02f1cf0960d" providerId="LiveId" clId="{2B490E0F-513B-4F50-8229-1791D5AB3DEF}" dt="2024-05-29T11:45:09.146" v="1177" actId="27636"/>
          <ac:spMkLst>
            <pc:docMk/>
            <pc:sldMk cId="3795996760" sldId="334"/>
            <ac:spMk id="3" creationId="{9585B3B1-768B-2C50-5195-3DA7CD8CBA5A}"/>
          </ac:spMkLst>
        </pc:spChg>
        <pc:picChg chg="del">
          <ac:chgData name="Robert Timlin" userId="d124c02f1cf0960d" providerId="LiveId" clId="{2B490E0F-513B-4F50-8229-1791D5AB3DEF}" dt="2024-05-29T11:41:59.327" v="1123" actId="478"/>
          <ac:picMkLst>
            <pc:docMk/>
            <pc:sldMk cId="3795996760" sldId="334"/>
            <ac:picMk id="5" creationId="{019C578A-5181-6006-DE99-01EE45B812A8}"/>
          </ac:picMkLst>
        </pc:picChg>
      </pc:sldChg>
      <pc:sldChg chg="addSp delSp modSp mod">
        <pc:chgData name="Robert Timlin" userId="d124c02f1cf0960d" providerId="LiveId" clId="{2B490E0F-513B-4F50-8229-1791D5AB3DEF}" dt="2024-05-29T11:45:20.713" v="1187" actId="20577"/>
        <pc:sldMkLst>
          <pc:docMk/>
          <pc:sldMk cId="890178315" sldId="335"/>
        </pc:sldMkLst>
        <pc:spChg chg="mod">
          <ac:chgData name="Robert Timlin" userId="d124c02f1cf0960d" providerId="LiveId" clId="{2B490E0F-513B-4F50-8229-1791D5AB3DEF}" dt="2024-05-29T11:45:20.713" v="1187" actId="20577"/>
          <ac:spMkLst>
            <pc:docMk/>
            <pc:sldMk cId="890178315" sldId="335"/>
            <ac:spMk id="2" creationId="{1CE3DC13-132D-7907-29FF-421121069B04}"/>
          </ac:spMkLst>
        </pc:spChg>
        <pc:spChg chg="mod">
          <ac:chgData name="Robert Timlin" userId="d124c02f1cf0960d" providerId="LiveId" clId="{2B490E0F-513B-4F50-8229-1791D5AB3DEF}" dt="2024-05-29T11:45:15.241" v="1181" actId="20577"/>
          <ac:spMkLst>
            <pc:docMk/>
            <pc:sldMk cId="890178315" sldId="335"/>
            <ac:spMk id="3" creationId="{9585B3B1-768B-2C50-5195-3DA7CD8CBA5A}"/>
          </ac:spMkLst>
        </pc:spChg>
        <pc:spChg chg="add">
          <ac:chgData name="Robert Timlin" userId="d124c02f1cf0960d" providerId="LiveId" clId="{2B490E0F-513B-4F50-8229-1791D5AB3DEF}" dt="2024-05-29T11:44:00.776" v="1154"/>
          <ac:spMkLst>
            <pc:docMk/>
            <pc:sldMk cId="890178315" sldId="335"/>
            <ac:spMk id="4" creationId="{D311A653-A33F-3A36-4DED-8B2FDA54343E}"/>
          </ac:spMkLst>
        </pc:spChg>
        <pc:spChg chg="add">
          <ac:chgData name="Robert Timlin" userId="d124c02f1cf0960d" providerId="LiveId" clId="{2B490E0F-513B-4F50-8229-1791D5AB3DEF}" dt="2024-05-29T11:44:34.288" v="1158"/>
          <ac:spMkLst>
            <pc:docMk/>
            <pc:sldMk cId="890178315" sldId="335"/>
            <ac:spMk id="5" creationId="{283CA58A-FC96-1C77-B291-76562412A4B7}"/>
          </ac:spMkLst>
        </pc:spChg>
        <pc:picChg chg="del">
          <ac:chgData name="Robert Timlin" userId="d124c02f1cf0960d" providerId="LiveId" clId="{2B490E0F-513B-4F50-8229-1791D5AB3DEF}" dt="2024-05-29T11:43:58.561" v="1153" actId="478"/>
          <ac:picMkLst>
            <pc:docMk/>
            <pc:sldMk cId="890178315" sldId="335"/>
            <ac:picMk id="8" creationId="{51890C39-9D4D-39DB-BE4D-E675806A1BA1}"/>
          </ac:picMkLst>
        </pc:picChg>
      </pc:sldChg>
      <pc:sldChg chg="delSp del mod">
        <pc:chgData name="Robert Timlin" userId="d124c02f1cf0960d" providerId="LiveId" clId="{2B490E0F-513B-4F50-8229-1791D5AB3DEF}" dt="2024-05-30T12:14:18.316" v="1712" actId="47"/>
        <pc:sldMkLst>
          <pc:docMk/>
          <pc:sldMk cId="1632201218" sldId="336"/>
        </pc:sldMkLst>
        <pc:picChg chg="del">
          <ac:chgData name="Robert Timlin" userId="d124c02f1cf0960d" providerId="LiveId" clId="{2B490E0F-513B-4F50-8229-1791D5AB3DEF}" dt="2024-05-30T12:14:04.005" v="1711" actId="21"/>
          <ac:picMkLst>
            <pc:docMk/>
            <pc:sldMk cId="1632201218" sldId="336"/>
            <ac:picMk id="5" creationId="{4D4A6AAD-4011-C63E-AEF5-381A65AC1A4F}"/>
          </ac:picMkLst>
        </pc:picChg>
      </pc:sldChg>
      <pc:sldChg chg="delSp modSp mod">
        <pc:chgData name="Robert Timlin" userId="d124c02f1cf0960d" providerId="LiveId" clId="{2B490E0F-513B-4F50-8229-1791D5AB3DEF}" dt="2024-05-29T12:02:03.129" v="1343"/>
        <pc:sldMkLst>
          <pc:docMk/>
          <pc:sldMk cId="242574386" sldId="337"/>
        </pc:sldMkLst>
        <pc:spChg chg="mod">
          <ac:chgData name="Robert Timlin" userId="d124c02f1cf0960d" providerId="LiveId" clId="{2B490E0F-513B-4F50-8229-1791D5AB3DEF}" dt="2024-05-29T12:00:34.126" v="1285" actId="20577"/>
          <ac:spMkLst>
            <pc:docMk/>
            <pc:sldMk cId="242574386" sldId="337"/>
            <ac:spMk id="2" creationId="{FFED9DF9-E716-5A07-82C3-DAA1C722993D}"/>
          </ac:spMkLst>
        </pc:spChg>
        <pc:spChg chg="mod">
          <ac:chgData name="Robert Timlin" userId="d124c02f1cf0960d" providerId="LiveId" clId="{2B490E0F-513B-4F50-8229-1791D5AB3DEF}" dt="2024-05-29T12:02:03.129" v="1343"/>
          <ac:spMkLst>
            <pc:docMk/>
            <pc:sldMk cId="242574386" sldId="337"/>
            <ac:spMk id="3" creationId="{54EF26FF-2EE6-1F00-D765-06751F5E793F}"/>
          </ac:spMkLst>
        </pc:spChg>
        <pc:picChg chg="del">
          <ac:chgData name="Robert Timlin" userId="d124c02f1cf0960d" providerId="LiveId" clId="{2B490E0F-513B-4F50-8229-1791D5AB3DEF}" dt="2024-05-29T12:00:36.804" v="1286" actId="478"/>
          <ac:picMkLst>
            <pc:docMk/>
            <pc:sldMk cId="242574386" sldId="337"/>
            <ac:picMk id="5" creationId="{39F22D05-5822-8DF3-0942-0EC89103BB63}"/>
          </ac:picMkLst>
        </pc:picChg>
      </pc:sldChg>
      <pc:sldChg chg="delSp modSp mod">
        <pc:chgData name="Robert Timlin" userId="d124c02f1cf0960d" providerId="LiveId" clId="{2B490E0F-513B-4F50-8229-1791D5AB3DEF}" dt="2024-05-29T12:05:33.650" v="1475" actId="27636"/>
        <pc:sldMkLst>
          <pc:docMk/>
          <pc:sldMk cId="2185302329" sldId="338"/>
        </pc:sldMkLst>
        <pc:spChg chg="mod">
          <ac:chgData name="Robert Timlin" userId="d124c02f1cf0960d" providerId="LiveId" clId="{2B490E0F-513B-4F50-8229-1791D5AB3DEF}" dt="2024-05-29T12:02:26.047" v="1344"/>
          <ac:spMkLst>
            <pc:docMk/>
            <pc:sldMk cId="2185302329" sldId="338"/>
            <ac:spMk id="2" creationId="{FFED9DF9-E716-5A07-82C3-DAA1C722993D}"/>
          </ac:spMkLst>
        </pc:spChg>
        <pc:spChg chg="mod">
          <ac:chgData name="Robert Timlin" userId="d124c02f1cf0960d" providerId="LiveId" clId="{2B490E0F-513B-4F50-8229-1791D5AB3DEF}" dt="2024-05-29T12:05:33.650" v="1475" actId="27636"/>
          <ac:spMkLst>
            <pc:docMk/>
            <pc:sldMk cId="2185302329" sldId="338"/>
            <ac:spMk id="3" creationId="{54EF26FF-2EE6-1F00-D765-06751F5E793F}"/>
          </ac:spMkLst>
        </pc:spChg>
        <pc:picChg chg="del">
          <ac:chgData name="Robert Timlin" userId="d124c02f1cf0960d" providerId="LiveId" clId="{2B490E0F-513B-4F50-8229-1791D5AB3DEF}" dt="2024-05-29T12:02:27.785" v="1345" actId="478"/>
          <ac:picMkLst>
            <pc:docMk/>
            <pc:sldMk cId="2185302329" sldId="338"/>
            <ac:picMk id="6" creationId="{1DEB3A34-6E5A-0869-F14A-C9E3F35DDBE3}"/>
          </ac:picMkLst>
        </pc:picChg>
      </pc:sldChg>
      <pc:sldChg chg="delSp modSp mod">
        <pc:chgData name="Robert Timlin" userId="d124c02f1cf0960d" providerId="LiveId" clId="{2B490E0F-513B-4F50-8229-1791D5AB3DEF}" dt="2024-05-29T12:10:35.795" v="1490" actId="27636"/>
        <pc:sldMkLst>
          <pc:docMk/>
          <pc:sldMk cId="3392904209" sldId="339"/>
        </pc:sldMkLst>
        <pc:spChg chg="mod">
          <ac:chgData name="Robert Timlin" userId="d124c02f1cf0960d" providerId="LiveId" clId="{2B490E0F-513B-4F50-8229-1791D5AB3DEF}" dt="2024-05-29T12:09:55.433" v="1480" actId="20577"/>
          <ac:spMkLst>
            <pc:docMk/>
            <pc:sldMk cId="3392904209" sldId="339"/>
            <ac:spMk id="2" creationId="{FFED9DF9-E716-5A07-82C3-DAA1C722993D}"/>
          </ac:spMkLst>
        </pc:spChg>
        <pc:spChg chg="mod">
          <ac:chgData name="Robert Timlin" userId="d124c02f1cf0960d" providerId="LiveId" clId="{2B490E0F-513B-4F50-8229-1791D5AB3DEF}" dt="2024-05-29T12:10:35.795" v="1490" actId="27636"/>
          <ac:spMkLst>
            <pc:docMk/>
            <pc:sldMk cId="3392904209" sldId="339"/>
            <ac:spMk id="3" creationId="{54EF26FF-2EE6-1F00-D765-06751F5E793F}"/>
          </ac:spMkLst>
        </pc:spChg>
        <pc:picChg chg="del">
          <ac:chgData name="Robert Timlin" userId="d124c02f1cf0960d" providerId="LiveId" clId="{2B490E0F-513B-4F50-8229-1791D5AB3DEF}" dt="2024-05-29T12:09:57.567" v="1481" actId="478"/>
          <ac:picMkLst>
            <pc:docMk/>
            <pc:sldMk cId="3392904209" sldId="339"/>
            <ac:picMk id="5" creationId="{DD1EC3BB-13BC-03AF-C2BD-4860EA098A1D}"/>
          </ac:picMkLst>
        </pc:picChg>
      </pc:sldChg>
      <pc:sldChg chg="delSp modSp mod">
        <pc:chgData name="Robert Timlin" userId="d124c02f1cf0960d" providerId="LiveId" clId="{2B490E0F-513B-4F50-8229-1791D5AB3DEF}" dt="2024-05-29T12:12:34.993" v="1516" actId="27636"/>
        <pc:sldMkLst>
          <pc:docMk/>
          <pc:sldMk cId="2538374287" sldId="340"/>
        </pc:sldMkLst>
        <pc:spChg chg="mod">
          <ac:chgData name="Robert Timlin" userId="d124c02f1cf0960d" providerId="LiveId" clId="{2B490E0F-513B-4F50-8229-1791D5AB3DEF}" dt="2024-05-29T12:11:40.892" v="1507" actId="20577"/>
          <ac:spMkLst>
            <pc:docMk/>
            <pc:sldMk cId="2538374287" sldId="340"/>
            <ac:spMk id="2" creationId="{FFED9DF9-E716-5A07-82C3-DAA1C722993D}"/>
          </ac:spMkLst>
        </pc:spChg>
        <pc:spChg chg="mod">
          <ac:chgData name="Robert Timlin" userId="d124c02f1cf0960d" providerId="LiveId" clId="{2B490E0F-513B-4F50-8229-1791D5AB3DEF}" dt="2024-05-29T12:12:34.993" v="1516" actId="27636"/>
          <ac:spMkLst>
            <pc:docMk/>
            <pc:sldMk cId="2538374287" sldId="340"/>
            <ac:spMk id="3" creationId="{54EF26FF-2EE6-1F00-D765-06751F5E793F}"/>
          </ac:spMkLst>
        </pc:spChg>
        <pc:picChg chg="del">
          <ac:chgData name="Robert Timlin" userId="d124c02f1cf0960d" providerId="LiveId" clId="{2B490E0F-513B-4F50-8229-1791D5AB3DEF}" dt="2024-05-29T12:11:46.900" v="1508" actId="478"/>
          <ac:picMkLst>
            <pc:docMk/>
            <pc:sldMk cId="2538374287" sldId="340"/>
            <ac:picMk id="6" creationId="{9C2A2BC5-DBA8-BCA0-78DA-8875E9C9EC13}"/>
          </ac:picMkLst>
        </pc:picChg>
      </pc:sldChg>
      <pc:sldChg chg="del">
        <pc:chgData name="Robert Timlin" userId="d124c02f1cf0960d" providerId="LiveId" clId="{2B490E0F-513B-4F50-8229-1791D5AB3DEF}" dt="2024-05-29T12:12:40.948" v="1517" actId="47"/>
        <pc:sldMkLst>
          <pc:docMk/>
          <pc:sldMk cId="1335032088" sldId="341"/>
        </pc:sldMkLst>
      </pc:sldChg>
      <pc:sldChg chg="del">
        <pc:chgData name="Robert Timlin" userId="d124c02f1cf0960d" providerId="LiveId" clId="{2B490E0F-513B-4F50-8229-1791D5AB3DEF}" dt="2024-05-29T12:12:43.373" v="1518" actId="47"/>
        <pc:sldMkLst>
          <pc:docMk/>
          <pc:sldMk cId="1505771649" sldId="342"/>
        </pc:sldMkLst>
      </pc:sldChg>
      <pc:sldChg chg="del">
        <pc:chgData name="Robert Timlin" userId="d124c02f1cf0960d" providerId="LiveId" clId="{2B490E0F-513B-4F50-8229-1791D5AB3DEF}" dt="2024-05-29T12:12:44.806" v="1519" actId="47"/>
        <pc:sldMkLst>
          <pc:docMk/>
          <pc:sldMk cId="1936293733" sldId="343"/>
        </pc:sldMkLst>
      </pc:sldChg>
      <pc:sldChg chg="del">
        <pc:chgData name="Robert Timlin" userId="d124c02f1cf0960d" providerId="LiveId" clId="{2B490E0F-513B-4F50-8229-1791D5AB3DEF}" dt="2024-05-29T12:12:46.118" v="1520" actId="47"/>
        <pc:sldMkLst>
          <pc:docMk/>
          <pc:sldMk cId="1096476592" sldId="344"/>
        </pc:sldMkLst>
      </pc:sldChg>
      <pc:sldChg chg="del">
        <pc:chgData name="Robert Timlin" userId="d124c02f1cf0960d" providerId="LiveId" clId="{2B490E0F-513B-4F50-8229-1791D5AB3DEF}" dt="2024-05-29T12:12:47.042" v="1521" actId="47"/>
        <pc:sldMkLst>
          <pc:docMk/>
          <pc:sldMk cId="4168872765" sldId="345"/>
        </pc:sldMkLst>
      </pc:sldChg>
      <pc:sldChg chg="del">
        <pc:chgData name="Robert Timlin" userId="d124c02f1cf0960d" providerId="LiveId" clId="{2B490E0F-513B-4F50-8229-1791D5AB3DEF}" dt="2024-05-29T12:12:51.867" v="1524" actId="47"/>
        <pc:sldMkLst>
          <pc:docMk/>
          <pc:sldMk cId="1748601622" sldId="346"/>
        </pc:sldMkLst>
      </pc:sldChg>
      <pc:sldChg chg="del">
        <pc:chgData name="Robert Timlin" userId="d124c02f1cf0960d" providerId="LiveId" clId="{2B490E0F-513B-4F50-8229-1791D5AB3DEF}" dt="2024-05-29T12:12:53.043" v="1525" actId="47"/>
        <pc:sldMkLst>
          <pc:docMk/>
          <pc:sldMk cId="2865616996" sldId="347"/>
        </pc:sldMkLst>
      </pc:sldChg>
      <pc:sldChg chg="del">
        <pc:chgData name="Robert Timlin" userId="d124c02f1cf0960d" providerId="LiveId" clId="{2B490E0F-513B-4F50-8229-1791D5AB3DEF}" dt="2024-05-29T12:13:00.627" v="1531" actId="47"/>
        <pc:sldMkLst>
          <pc:docMk/>
          <pc:sldMk cId="615238556" sldId="348"/>
        </pc:sldMkLst>
      </pc:sldChg>
      <pc:sldChg chg="del">
        <pc:chgData name="Robert Timlin" userId="d124c02f1cf0960d" providerId="LiveId" clId="{2B490E0F-513B-4F50-8229-1791D5AB3DEF}" dt="2024-05-29T12:12:54.229" v="1526" actId="47"/>
        <pc:sldMkLst>
          <pc:docMk/>
          <pc:sldMk cId="3275602252" sldId="349"/>
        </pc:sldMkLst>
      </pc:sldChg>
      <pc:sldChg chg="del">
        <pc:chgData name="Robert Timlin" userId="d124c02f1cf0960d" providerId="LiveId" clId="{2B490E0F-513B-4F50-8229-1791D5AB3DEF}" dt="2024-05-29T12:12:56.439" v="1527" actId="47"/>
        <pc:sldMkLst>
          <pc:docMk/>
          <pc:sldMk cId="2526564443" sldId="350"/>
        </pc:sldMkLst>
      </pc:sldChg>
      <pc:sldChg chg="del">
        <pc:chgData name="Robert Timlin" userId="d124c02f1cf0960d" providerId="LiveId" clId="{2B490E0F-513B-4F50-8229-1791D5AB3DEF}" dt="2024-05-29T12:12:57.761" v="1528" actId="47"/>
        <pc:sldMkLst>
          <pc:docMk/>
          <pc:sldMk cId="2775330565" sldId="351"/>
        </pc:sldMkLst>
      </pc:sldChg>
      <pc:sldChg chg="del">
        <pc:chgData name="Robert Timlin" userId="d124c02f1cf0960d" providerId="LiveId" clId="{2B490E0F-513B-4F50-8229-1791D5AB3DEF}" dt="2024-05-29T12:12:58.832" v="1529" actId="47"/>
        <pc:sldMkLst>
          <pc:docMk/>
          <pc:sldMk cId="3158458482" sldId="352"/>
        </pc:sldMkLst>
      </pc:sldChg>
      <pc:sldChg chg="del">
        <pc:chgData name="Robert Timlin" userId="d124c02f1cf0960d" providerId="LiveId" clId="{2B490E0F-513B-4F50-8229-1791D5AB3DEF}" dt="2024-05-29T12:12:59.809" v="1530" actId="47"/>
        <pc:sldMkLst>
          <pc:docMk/>
          <pc:sldMk cId="1053049425" sldId="353"/>
        </pc:sldMkLst>
      </pc:sldChg>
      <pc:sldChg chg="del">
        <pc:chgData name="Robert Timlin" userId="d124c02f1cf0960d" providerId="LiveId" clId="{2B490E0F-513B-4F50-8229-1791D5AB3DEF}" dt="2024-05-29T12:13:01.569" v="1532" actId="47"/>
        <pc:sldMkLst>
          <pc:docMk/>
          <pc:sldMk cId="3504830393" sldId="354"/>
        </pc:sldMkLst>
      </pc:sldChg>
      <pc:sldChg chg="delSp modSp mod">
        <pc:chgData name="Robert Timlin" userId="d124c02f1cf0960d" providerId="LiveId" clId="{2B490E0F-513B-4F50-8229-1791D5AB3DEF}" dt="2024-05-29T12:11:28.618" v="1503"/>
        <pc:sldMkLst>
          <pc:docMk/>
          <pc:sldMk cId="421561714" sldId="355"/>
        </pc:sldMkLst>
        <pc:spChg chg="mod">
          <ac:chgData name="Robert Timlin" userId="d124c02f1cf0960d" providerId="LiveId" clId="{2B490E0F-513B-4F50-8229-1791D5AB3DEF}" dt="2024-05-29T12:10:59.716" v="1496" actId="20577"/>
          <ac:spMkLst>
            <pc:docMk/>
            <pc:sldMk cId="421561714" sldId="355"/>
            <ac:spMk id="2" creationId="{FFED9DF9-E716-5A07-82C3-DAA1C722993D}"/>
          </ac:spMkLst>
        </pc:spChg>
        <pc:spChg chg="mod">
          <ac:chgData name="Robert Timlin" userId="d124c02f1cf0960d" providerId="LiveId" clId="{2B490E0F-513B-4F50-8229-1791D5AB3DEF}" dt="2024-05-29T12:11:28.618" v="1503"/>
          <ac:spMkLst>
            <pc:docMk/>
            <pc:sldMk cId="421561714" sldId="355"/>
            <ac:spMk id="3" creationId="{54EF26FF-2EE6-1F00-D765-06751F5E793F}"/>
          </ac:spMkLst>
        </pc:spChg>
        <pc:picChg chg="del">
          <ac:chgData name="Robert Timlin" userId="d124c02f1cf0960d" providerId="LiveId" clId="{2B490E0F-513B-4F50-8229-1791D5AB3DEF}" dt="2024-05-29T12:11:04.600" v="1498" actId="478"/>
          <ac:picMkLst>
            <pc:docMk/>
            <pc:sldMk cId="421561714" sldId="355"/>
            <ac:picMk id="6" creationId="{DA7FB27B-1916-007F-EE46-2A635B000B23}"/>
          </ac:picMkLst>
        </pc:picChg>
        <pc:picChg chg="del">
          <ac:chgData name="Robert Timlin" userId="d124c02f1cf0960d" providerId="LiveId" clId="{2B490E0F-513B-4F50-8229-1791D5AB3DEF}" dt="2024-05-29T12:11:02.704" v="1497" actId="478"/>
          <ac:picMkLst>
            <pc:docMk/>
            <pc:sldMk cId="421561714" sldId="355"/>
            <ac:picMk id="10" creationId="{3F3DD39D-0853-B983-CD03-F76B3ACFB366}"/>
          </ac:picMkLst>
        </pc:picChg>
      </pc:sldChg>
      <pc:sldChg chg="modSp new mod">
        <pc:chgData name="Robert Timlin" userId="d124c02f1cf0960d" providerId="LiveId" clId="{2B490E0F-513B-4F50-8229-1791D5AB3DEF}" dt="2024-05-29T12:43:38.633" v="1582" actId="20577"/>
        <pc:sldMkLst>
          <pc:docMk/>
          <pc:sldMk cId="2013785736" sldId="356"/>
        </pc:sldMkLst>
        <pc:spChg chg="mod">
          <ac:chgData name="Robert Timlin" userId="d124c02f1cf0960d" providerId="LiveId" clId="{2B490E0F-513B-4F50-8229-1791D5AB3DEF}" dt="2024-05-29T12:42:33.996" v="1551" actId="20577"/>
          <ac:spMkLst>
            <pc:docMk/>
            <pc:sldMk cId="2013785736" sldId="356"/>
            <ac:spMk id="2" creationId="{12F8BE56-5B71-C975-A109-5D7BBC2D9ABA}"/>
          </ac:spMkLst>
        </pc:spChg>
        <pc:spChg chg="mod">
          <ac:chgData name="Robert Timlin" userId="d124c02f1cf0960d" providerId="LiveId" clId="{2B490E0F-513B-4F50-8229-1791D5AB3DEF}" dt="2024-05-29T12:43:38.633" v="1582" actId="20577"/>
          <ac:spMkLst>
            <pc:docMk/>
            <pc:sldMk cId="2013785736" sldId="356"/>
            <ac:spMk id="3" creationId="{5D7B55D5-1038-D5BE-A632-02FF4E2B003B}"/>
          </ac:spMkLst>
        </pc:spChg>
      </pc:sldChg>
      <pc:sldChg chg="modSp new mod">
        <pc:chgData name="Robert Timlin" userId="d124c02f1cf0960d" providerId="LiveId" clId="{2B490E0F-513B-4F50-8229-1791D5AB3DEF}" dt="2024-05-30T11:38:09.243" v="1595"/>
        <pc:sldMkLst>
          <pc:docMk/>
          <pc:sldMk cId="1606782624" sldId="357"/>
        </pc:sldMkLst>
        <pc:spChg chg="mod">
          <ac:chgData name="Robert Timlin" userId="d124c02f1cf0960d" providerId="LiveId" clId="{2B490E0F-513B-4F50-8229-1791D5AB3DEF}" dt="2024-05-30T11:38:09.243" v="1595"/>
          <ac:spMkLst>
            <pc:docMk/>
            <pc:sldMk cId="1606782624" sldId="357"/>
            <ac:spMk id="3" creationId="{A60FF17A-0B42-E11C-BBF4-17CF0D60729B}"/>
          </ac:spMkLst>
        </pc:spChg>
      </pc:sldChg>
      <pc:sldChg chg="addSp modSp new mod ord">
        <pc:chgData name="Robert Timlin" userId="d124c02f1cf0960d" providerId="LiveId" clId="{2B490E0F-513B-4F50-8229-1791D5AB3DEF}" dt="2024-05-30T12:13:16.873" v="1708" actId="5793"/>
        <pc:sldMkLst>
          <pc:docMk/>
          <pc:sldMk cId="3798393023" sldId="358"/>
        </pc:sldMkLst>
        <pc:spChg chg="mod">
          <ac:chgData name="Robert Timlin" userId="d124c02f1cf0960d" providerId="LiveId" clId="{2B490E0F-513B-4F50-8229-1791D5AB3DEF}" dt="2024-05-30T11:49:23.729" v="1600" actId="20577"/>
          <ac:spMkLst>
            <pc:docMk/>
            <pc:sldMk cId="3798393023" sldId="358"/>
            <ac:spMk id="2" creationId="{3944ABA2-0164-1F37-9101-F141576F4AE1}"/>
          </ac:spMkLst>
        </pc:spChg>
        <pc:spChg chg="mod">
          <ac:chgData name="Robert Timlin" userId="d124c02f1cf0960d" providerId="LiveId" clId="{2B490E0F-513B-4F50-8229-1791D5AB3DEF}" dt="2024-05-30T12:13:16.873" v="1708" actId="5793"/>
          <ac:spMkLst>
            <pc:docMk/>
            <pc:sldMk cId="3798393023" sldId="358"/>
            <ac:spMk id="3" creationId="{A6462E10-DADC-40C8-E0F4-7AB621F57E4A}"/>
          </ac:spMkLst>
        </pc:spChg>
        <pc:spChg chg="add">
          <ac:chgData name="Robert Timlin" userId="d124c02f1cf0960d" providerId="LiveId" clId="{2B490E0F-513B-4F50-8229-1791D5AB3DEF}" dt="2024-05-30T11:56:26.318" v="1624"/>
          <ac:spMkLst>
            <pc:docMk/>
            <pc:sldMk cId="3798393023" sldId="358"/>
            <ac:spMk id="4" creationId="{A2F35C16-8A77-66EA-D01F-86A4162CD32B}"/>
          </ac:spMkLst>
        </pc:spChg>
      </pc:sldChg>
      <pc:sldChg chg="modSp add mod ord">
        <pc:chgData name="Robert Timlin" userId="d124c02f1cf0960d" providerId="LiveId" clId="{2B490E0F-513B-4F50-8229-1791D5AB3DEF}" dt="2024-05-30T12:13:04.742" v="1702" actId="5793"/>
        <pc:sldMkLst>
          <pc:docMk/>
          <pc:sldMk cId="1561950525" sldId="359"/>
        </pc:sldMkLst>
        <pc:spChg chg="mod">
          <ac:chgData name="Robert Timlin" userId="d124c02f1cf0960d" providerId="LiveId" clId="{2B490E0F-513B-4F50-8229-1791D5AB3DEF}" dt="2024-05-30T11:57:09.669" v="1631"/>
          <ac:spMkLst>
            <pc:docMk/>
            <pc:sldMk cId="1561950525" sldId="359"/>
            <ac:spMk id="2" creationId="{3944ABA2-0164-1F37-9101-F141576F4AE1}"/>
          </ac:spMkLst>
        </pc:spChg>
        <pc:spChg chg="mod">
          <ac:chgData name="Robert Timlin" userId="d124c02f1cf0960d" providerId="LiveId" clId="{2B490E0F-513B-4F50-8229-1791D5AB3DEF}" dt="2024-05-30T12:13:04.742" v="1702" actId="5793"/>
          <ac:spMkLst>
            <pc:docMk/>
            <pc:sldMk cId="1561950525" sldId="359"/>
            <ac:spMk id="3" creationId="{A6462E10-DADC-40C8-E0F4-7AB621F57E4A}"/>
          </ac:spMkLst>
        </pc:spChg>
      </pc:sldChg>
      <pc:sldChg chg="addSp modSp add mod ord">
        <pc:chgData name="Robert Timlin" userId="d124c02f1cf0960d" providerId="LiveId" clId="{2B490E0F-513B-4F50-8229-1791D5AB3DEF}" dt="2024-05-30T12:14:47.598" v="1715" actId="6549"/>
        <pc:sldMkLst>
          <pc:docMk/>
          <pc:sldMk cId="3013783714" sldId="360"/>
        </pc:sldMkLst>
        <pc:spChg chg="mod">
          <ac:chgData name="Robert Timlin" userId="d124c02f1cf0960d" providerId="LiveId" clId="{2B490E0F-513B-4F50-8229-1791D5AB3DEF}" dt="2024-05-30T11:59:31.758" v="1656"/>
          <ac:spMkLst>
            <pc:docMk/>
            <pc:sldMk cId="3013783714" sldId="360"/>
            <ac:spMk id="2" creationId="{3944ABA2-0164-1F37-9101-F141576F4AE1}"/>
          </ac:spMkLst>
        </pc:spChg>
        <pc:spChg chg="mod">
          <ac:chgData name="Robert Timlin" userId="d124c02f1cf0960d" providerId="LiveId" clId="{2B490E0F-513B-4F50-8229-1791D5AB3DEF}" dt="2024-05-30T12:14:47.598" v="1715" actId="6549"/>
          <ac:spMkLst>
            <pc:docMk/>
            <pc:sldMk cId="3013783714" sldId="360"/>
            <ac:spMk id="3" creationId="{A6462E10-DADC-40C8-E0F4-7AB621F57E4A}"/>
          </ac:spMkLst>
        </pc:spChg>
        <pc:spChg chg="add">
          <ac:chgData name="Robert Timlin" userId="d124c02f1cf0960d" providerId="LiveId" clId="{2B490E0F-513B-4F50-8229-1791D5AB3DEF}" dt="2024-05-30T11:59:55.926" v="1657"/>
          <ac:spMkLst>
            <pc:docMk/>
            <pc:sldMk cId="3013783714" sldId="360"/>
            <ac:spMk id="4" creationId="{AEE23EA8-7D22-AE60-38DB-47DDAE2CFDDD}"/>
          </ac:spMkLst>
        </pc:spChg>
        <pc:spChg chg="add">
          <ac:chgData name="Robert Timlin" userId="d124c02f1cf0960d" providerId="LiveId" clId="{2B490E0F-513B-4F50-8229-1791D5AB3DEF}" dt="2024-05-30T12:00:04.456" v="1658"/>
          <ac:spMkLst>
            <pc:docMk/>
            <pc:sldMk cId="3013783714" sldId="360"/>
            <ac:spMk id="5" creationId="{07F9E470-D2FD-A313-7A55-C5150EE44537}"/>
          </ac:spMkLst>
        </pc:spChg>
      </pc:sldChg>
      <pc:sldChg chg="modSp add mod ord">
        <pc:chgData name="Robert Timlin" userId="d124c02f1cf0960d" providerId="LiveId" clId="{2B490E0F-513B-4F50-8229-1791D5AB3DEF}" dt="2024-05-30T12:23:57.457" v="1722" actId="255"/>
        <pc:sldMkLst>
          <pc:docMk/>
          <pc:sldMk cId="2443036078" sldId="361"/>
        </pc:sldMkLst>
        <pc:spChg chg="mod">
          <ac:chgData name="Robert Timlin" userId="d124c02f1cf0960d" providerId="LiveId" clId="{2B490E0F-513B-4F50-8229-1791D5AB3DEF}" dt="2024-05-30T12:01:46.722" v="1693" actId="20577"/>
          <ac:spMkLst>
            <pc:docMk/>
            <pc:sldMk cId="2443036078" sldId="361"/>
            <ac:spMk id="2" creationId="{3944ABA2-0164-1F37-9101-F141576F4AE1}"/>
          </ac:spMkLst>
        </pc:spChg>
        <pc:spChg chg="mod">
          <ac:chgData name="Robert Timlin" userId="d124c02f1cf0960d" providerId="LiveId" clId="{2B490E0F-513B-4F50-8229-1791D5AB3DEF}" dt="2024-05-30T12:23:57.457" v="1722" actId="255"/>
          <ac:spMkLst>
            <pc:docMk/>
            <pc:sldMk cId="2443036078" sldId="361"/>
            <ac:spMk id="3" creationId="{A6462E10-DADC-40C8-E0F4-7AB621F57E4A}"/>
          </ac:spMkLst>
        </pc:spChg>
      </pc:sldChg>
      <pc:sldChg chg="modSp new mod">
        <pc:chgData name="Robert Timlin" userId="d124c02f1cf0960d" providerId="LiveId" clId="{2B490E0F-513B-4F50-8229-1791D5AB3DEF}" dt="2024-05-30T12:31:50.176" v="1768"/>
        <pc:sldMkLst>
          <pc:docMk/>
          <pc:sldMk cId="1543085691" sldId="362"/>
        </pc:sldMkLst>
        <pc:spChg chg="mod">
          <ac:chgData name="Robert Timlin" userId="d124c02f1cf0960d" providerId="LiveId" clId="{2B490E0F-513B-4F50-8229-1791D5AB3DEF}" dt="2024-05-30T12:31:01.080" v="1736" actId="20577"/>
          <ac:spMkLst>
            <pc:docMk/>
            <pc:sldMk cId="1543085691" sldId="362"/>
            <ac:spMk id="2" creationId="{7ABA258E-5805-1AAF-2557-696289655806}"/>
          </ac:spMkLst>
        </pc:spChg>
        <pc:spChg chg="mod">
          <ac:chgData name="Robert Timlin" userId="d124c02f1cf0960d" providerId="LiveId" clId="{2B490E0F-513B-4F50-8229-1791D5AB3DEF}" dt="2024-05-30T12:31:50.176" v="1768"/>
          <ac:spMkLst>
            <pc:docMk/>
            <pc:sldMk cId="1543085691" sldId="362"/>
            <ac:spMk id="3" creationId="{F2A234EF-BDF1-87A7-650D-27085ADC76A5}"/>
          </ac:spMkLst>
        </pc:spChg>
      </pc:sldChg>
      <pc:sldChg chg="modSp new del mod">
        <pc:chgData name="Robert Timlin" userId="d124c02f1cf0960d" providerId="LiveId" clId="{2B490E0F-513B-4F50-8229-1791D5AB3DEF}" dt="2024-05-30T12:29:43.610" v="1728" actId="2696"/>
        <pc:sldMkLst>
          <pc:docMk/>
          <pc:sldMk cId="2024671114" sldId="362"/>
        </pc:sldMkLst>
        <pc:spChg chg="mod">
          <ac:chgData name="Robert Timlin" userId="d124c02f1cf0960d" providerId="LiveId" clId="{2B490E0F-513B-4F50-8229-1791D5AB3DEF}" dt="2024-05-30T12:29:34.788" v="1727"/>
          <ac:spMkLst>
            <pc:docMk/>
            <pc:sldMk cId="2024671114" sldId="362"/>
            <ac:spMk id="3" creationId="{4B54F122-0B09-17D7-60B2-D4EA865E5527}"/>
          </ac:spMkLst>
        </pc:spChg>
      </pc:sldChg>
      <pc:sldChg chg="addSp delSp modSp add mod">
        <pc:chgData name="Robert Timlin" userId="d124c02f1cf0960d" providerId="LiveId" clId="{2B490E0F-513B-4F50-8229-1791D5AB3DEF}" dt="2024-05-30T12:34:46.236" v="1793" actId="12"/>
        <pc:sldMkLst>
          <pc:docMk/>
          <pc:sldMk cId="3321155904" sldId="363"/>
        </pc:sldMkLst>
        <pc:spChg chg="mod">
          <ac:chgData name="Robert Timlin" userId="d124c02f1cf0960d" providerId="LiveId" clId="{2B490E0F-513B-4F50-8229-1791D5AB3DEF}" dt="2024-05-30T12:32:04.599" v="1777" actId="20577"/>
          <ac:spMkLst>
            <pc:docMk/>
            <pc:sldMk cId="3321155904" sldId="363"/>
            <ac:spMk id="2" creationId="{7ABA258E-5805-1AAF-2557-696289655806}"/>
          </ac:spMkLst>
        </pc:spChg>
        <pc:spChg chg="add del mod">
          <ac:chgData name="Robert Timlin" userId="d124c02f1cf0960d" providerId="LiveId" clId="{2B490E0F-513B-4F50-8229-1791D5AB3DEF}" dt="2024-05-30T12:34:46.236" v="1793" actId="12"/>
          <ac:spMkLst>
            <pc:docMk/>
            <pc:sldMk cId="3321155904" sldId="363"/>
            <ac:spMk id="3" creationId="{F2A234EF-BDF1-87A7-650D-27085ADC76A5}"/>
          </ac:spMkLst>
        </pc:spChg>
        <pc:spChg chg="add mod">
          <ac:chgData name="Robert Timlin" userId="d124c02f1cf0960d" providerId="LiveId" clId="{2B490E0F-513B-4F50-8229-1791D5AB3DEF}" dt="2024-05-30T12:32:53.249" v="1782"/>
          <ac:spMkLst>
            <pc:docMk/>
            <pc:sldMk cId="3321155904" sldId="363"/>
            <ac:spMk id="4" creationId="{84C97F72-A09E-6F47-0C03-FDA4446F7FA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8339E7-16C2-4D47-BA63-3ACFF1492550}" type="datetimeFigureOut">
              <a:rPr lang="en-US" smtClean="0"/>
              <a:t>10/5/26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12FB4E-894F-D248-91C1-55BD6376FC9F}" type="slidenum">
              <a:rPr lang="en-US" smtClean="0"/>
              <a:t>‹#›</a:t>
            </a:fld>
            <a:endParaRPr lang="en-US"/>
          </a:p>
        </p:txBody>
      </p:sp>
    </p:spTree>
    <p:extLst>
      <p:ext uri="{BB962C8B-B14F-4D97-AF65-F5344CB8AC3E}">
        <p14:creationId xmlns:p14="http://schemas.microsoft.com/office/powerpoint/2010/main" val="181579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12FB4E-894F-D248-91C1-55BD6376FC9F}" type="slidenum">
              <a:rPr lang="en-US" smtClean="0"/>
              <a:t>5</a:t>
            </a:fld>
            <a:endParaRPr lang="en-US"/>
          </a:p>
        </p:txBody>
      </p:sp>
    </p:spTree>
    <p:extLst>
      <p:ext uri="{BB962C8B-B14F-4D97-AF65-F5344CB8AC3E}">
        <p14:creationId xmlns:p14="http://schemas.microsoft.com/office/powerpoint/2010/main" val="3915335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B4E-894F-D248-91C1-55BD6376FC9F}" type="slidenum">
              <a:rPr lang="en-US" smtClean="0"/>
              <a:t>21</a:t>
            </a:fld>
            <a:endParaRPr lang="en-US"/>
          </a:p>
        </p:txBody>
      </p:sp>
    </p:spTree>
    <p:extLst>
      <p:ext uri="{BB962C8B-B14F-4D97-AF65-F5344CB8AC3E}">
        <p14:creationId xmlns:p14="http://schemas.microsoft.com/office/powerpoint/2010/main" val="53793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3D54-AA7E-D90F-3586-D3380A0AC5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E13392-A6D8-8A9A-5B1A-89D0CEAFC2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782B62-6F22-6541-CFAA-CC55D442E6C2}"/>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5" name="Footer Placeholder 4">
            <a:extLst>
              <a:ext uri="{FF2B5EF4-FFF2-40B4-BE49-F238E27FC236}">
                <a16:creationId xmlns:a16="http://schemas.microsoft.com/office/drawing/2014/main" id="{6601AB14-5AEA-95FA-BAB4-7DEF457FE9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6ADA9-4893-8088-D348-68B24C3C1F5F}"/>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85004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726CD-D767-86C8-2394-DDF48DA8F7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A45CD-9C9D-0B95-8443-0608D9B821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61A69-2FE5-CEE9-157E-32CBB6054DC1}"/>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5" name="Footer Placeholder 4">
            <a:extLst>
              <a:ext uri="{FF2B5EF4-FFF2-40B4-BE49-F238E27FC236}">
                <a16:creationId xmlns:a16="http://schemas.microsoft.com/office/drawing/2014/main" id="{1E8C2BBC-5A09-2309-8D77-A99496D0C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F9FFA-F258-048F-E992-185E942E4C15}"/>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150852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FE938-37AB-C6B7-456F-30EE91A6BA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3C32EB-8BF5-606E-8C7D-AD7D8F3440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2CFC86-6252-087F-8C25-1D483163C275}"/>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5" name="Footer Placeholder 4">
            <a:extLst>
              <a:ext uri="{FF2B5EF4-FFF2-40B4-BE49-F238E27FC236}">
                <a16:creationId xmlns:a16="http://schemas.microsoft.com/office/drawing/2014/main" id="{CED80D46-51B4-94B0-12C9-DAD3AE2C8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25DE5-9809-58A2-3B32-5AA0F199F459}"/>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403394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1E26-CCEC-93E6-197D-FEF33B5F3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4BC709-CD84-2094-F3D6-D7A908527C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A9D804-53C1-08E3-B194-1FA9162EC1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94DE21-9732-A8D7-D331-9ACE4FB29D50}"/>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6" name="Footer Placeholder 5">
            <a:extLst>
              <a:ext uri="{FF2B5EF4-FFF2-40B4-BE49-F238E27FC236}">
                <a16:creationId xmlns:a16="http://schemas.microsoft.com/office/drawing/2014/main" id="{5B27555C-20BC-DD34-B048-475189CB18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AC182C-725B-4640-E69A-3F165A492029}"/>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579591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39ABC-AC97-116D-AE44-FFD71A67E9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12C0BF-F429-069C-3396-FD7BC2D515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EB9A43-5C2E-6EB2-2496-1AEF8329DD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4ABF84-A49F-51A2-E67F-8B37B567C4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FB8A4F-4407-EC27-F9B4-D21C01584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963B5C-6CE3-3645-A846-4B8036E6C0BB}"/>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8" name="Footer Placeholder 7">
            <a:extLst>
              <a:ext uri="{FF2B5EF4-FFF2-40B4-BE49-F238E27FC236}">
                <a16:creationId xmlns:a16="http://schemas.microsoft.com/office/drawing/2014/main" id="{7A94AC47-7292-A2E2-2658-2DB256FE58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8AD898-6906-0DBB-6E8F-6D34586AC43B}"/>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2485245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00D9-3FED-47E8-AD53-16AD24CE89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DAC3F6-E83D-0EDA-0862-F335B415391F}"/>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4" name="Footer Placeholder 3">
            <a:extLst>
              <a:ext uri="{FF2B5EF4-FFF2-40B4-BE49-F238E27FC236}">
                <a16:creationId xmlns:a16="http://schemas.microsoft.com/office/drawing/2014/main" id="{5D72A0DD-CC45-D711-F1A4-181907BAE4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7EC8BF-6127-49B1-8380-AF73744D3A84}"/>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246422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01B0EE-6FC2-AB80-3240-AAE6C3FC5626}"/>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3" name="Footer Placeholder 2">
            <a:extLst>
              <a:ext uri="{FF2B5EF4-FFF2-40B4-BE49-F238E27FC236}">
                <a16:creationId xmlns:a16="http://schemas.microsoft.com/office/drawing/2014/main" id="{FAD23F59-213A-1BF0-9AA6-F2C913FE0E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9E96D9-899F-551B-65BE-7B4E1ED6BB57}"/>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085221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CC06-6EFF-4EDB-DD08-7B0D063D9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AF3C9E-0F80-D19A-069D-405ECA65ED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FF9169-03E3-BC7A-9682-BD407B02A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ABC0A-66D8-02C7-3BAF-924D32D00AE1}"/>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6" name="Footer Placeholder 5">
            <a:extLst>
              <a:ext uri="{FF2B5EF4-FFF2-40B4-BE49-F238E27FC236}">
                <a16:creationId xmlns:a16="http://schemas.microsoft.com/office/drawing/2014/main" id="{9DF14A76-997C-AE1F-C921-07FEDF201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A3DA3-4D14-38FA-8CC5-556174AF5362}"/>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342472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CBBBF-2CB4-3F34-5737-7614273E6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FB187-FEEF-22E9-919C-482781C1F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74513B-BEC5-BB71-EE93-6A5FC52FDB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8A3387-F61E-E77F-D03F-30F71BD99D43}"/>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6" name="Footer Placeholder 5">
            <a:extLst>
              <a:ext uri="{FF2B5EF4-FFF2-40B4-BE49-F238E27FC236}">
                <a16:creationId xmlns:a16="http://schemas.microsoft.com/office/drawing/2014/main" id="{40FA0032-D63B-70DD-3F17-BC7632E7B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40381-4D89-B8BD-11A7-AD2DAC58EC40}"/>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490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FC17-4E8C-DDF4-3AA2-DA21D55A21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A5F918-6896-6622-F48D-25D95AE733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5D86B-33E6-338E-675A-E3F7E55A57C0}"/>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5" name="Footer Placeholder 4">
            <a:extLst>
              <a:ext uri="{FF2B5EF4-FFF2-40B4-BE49-F238E27FC236}">
                <a16:creationId xmlns:a16="http://schemas.microsoft.com/office/drawing/2014/main" id="{B6727C20-AF90-8348-77AC-AE0EC5EFB3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D0019C-5204-963A-92E8-7A883AB01457}"/>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570821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C7E3D1-4C5B-026B-7ABE-A87B2A3DCE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94098A-3F10-AB09-1E83-69FEBFE8A2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58F634-D23A-575E-07A1-FF19A08D80EB}"/>
              </a:ext>
            </a:extLst>
          </p:cNvPr>
          <p:cNvSpPr>
            <a:spLocks noGrp="1"/>
          </p:cNvSpPr>
          <p:nvPr>
            <p:ph type="dt" sz="half" idx="10"/>
          </p:nvPr>
        </p:nvSpPr>
        <p:spPr/>
        <p:txBody>
          <a:bodyPr/>
          <a:lstStyle/>
          <a:p>
            <a:fld id="{046598D6-C04D-9446-A58F-36E01C46C344}" type="datetimeFigureOut">
              <a:rPr lang="en-US" smtClean="0"/>
              <a:t>10/5/26</a:t>
            </a:fld>
            <a:endParaRPr lang="en-US"/>
          </a:p>
        </p:txBody>
      </p:sp>
      <p:sp>
        <p:nvSpPr>
          <p:cNvPr id="5" name="Footer Placeholder 4">
            <a:extLst>
              <a:ext uri="{FF2B5EF4-FFF2-40B4-BE49-F238E27FC236}">
                <a16:creationId xmlns:a16="http://schemas.microsoft.com/office/drawing/2014/main" id="{1DEEC636-6195-BB1F-AF5E-F247261D6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C9DF-F64D-5417-933C-6B9BD4DBC6A4}"/>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008083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89D09-8527-678A-6C39-A17455C15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83333A-C5EB-EA4E-279B-83297DB20B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B9A7C2-D2E7-47CD-587D-5152164B7E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6598D6-C04D-9446-A58F-36E01C46C344}" type="datetimeFigureOut">
              <a:rPr lang="en-US" smtClean="0"/>
              <a:t>10/5/26</a:t>
            </a:fld>
            <a:endParaRPr lang="en-US"/>
          </a:p>
        </p:txBody>
      </p:sp>
      <p:sp>
        <p:nvSpPr>
          <p:cNvPr id="5" name="Footer Placeholder 4">
            <a:extLst>
              <a:ext uri="{FF2B5EF4-FFF2-40B4-BE49-F238E27FC236}">
                <a16:creationId xmlns:a16="http://schemas.microsoft.com/office/drawing/2014/main" id="{03E038E2-3DB6-4914-2BC5-46ABF16470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1D074B-7154-5DC6-A287-48FCEBE404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65012-D088-EE4A-A81A-8D5D759560DF}" type="slidenum">
              <a:rPr lang="en-US" smtClean="0"/>
              <a:t>‹#›</a:t>
            </a:fld>
            <a:endParaRPr lang="en-US"/>
          </a:p>
        </p:txBody>
      </p:sp>
    </p:spTree>
    <p:extLst>
      <p:ext uri="{BB962C8B-B14F-4D97-AF65-F5344CB8AC3E}">
        <p14:creationId xmlns:p14="http://schemas.microsoft.com/office/powerpoint/2010/main" val="1444999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C05E-F812-16EF-DBF3-07F16A9345B2}"/>
              </a:ext>
            </a:extLst>
          </p:cNvPr>
          <p:cNvSpPr>
            <a:spLocks noGrp="1"/>
          </p:cNvSpPr>
          <p:nvPr>
            <p:ph type="ctrTitle"/>
          </p:nvPr>
        </p:nvSpPr>
        <p:spPr/>
        <p:txBody>
          <a:bodyPr>
            <a:normAutofit/>
          </a:bodyPr>
          <a:lstStyle/>
          <a:p>
            <a:r>
              <a:rPr lang="en-US" dirty="0"/>
              <a:t>Introduction to SQL: Structured Query Language</a:t>
            </a:r>
            <a:br>
              <a:rPr lang="en-US" dirty="0"/>
            </a:br>
            <a:r>
              <a:rPr lang="en-US" sz="4000" dirty="0"/>
              <a:t>By </a:t>
            </a:r>
            <a:r>
              <a:rPr lang="en-US" sz="4000" dirty="0" err="1"/>
              <a:t>AppJedi</a:t>
            </a:r>
            <a:endParaRPr lang="en-US" sz="4000" dirty="0"/>
          </a:p>
        </p:txBody>
      </p:sp>
      <p:sp>
        <p:nvSpPr>
          <p:cNvPr id="3" name="Subtitle 2">
            <a:extLst>
              <a:ext uri="{FF2B5EF4-FFF2-40B4-BE49-F238E27FC236}">
                <a16:creationId xmlns:a16="http://schemas.microsoft.com/office/drawing/2014/main" id="{D94D1DB5-BA77-C674-7DEA-5C9C2BAC7B70}"/>
              </a:ext>
            </a:extLst>
          </p:cNvPr>
          <p:cNvSpPr>
            <a:spLocks noGrp="1"/>
          </p:cNvSpPr>
          <p:nvPr>
            <p:ph type="subTitle" idx="1"/>
          </p:nvPr>
        </p:nvSpPr>
        <p:spPr/>
        <p:txBody>
          <a:bodyPr>
            <a:normAutofit/>
          </a:bodyPr>
          <a:lstStyle/>
          <a:p>
            <a:r>
              <a:rPr lang="en-US" sz="3600" dirty="0"/>
              <a:t>Day 13</a:t>
            </a:r>
          </a:p>
        </p:txBody>
      </p:sp>
    </p:spTree>
    <p:extLst>
      <p:ext uri="{BB962C8B-B14F-4D97-AF65-F5344CB8AC3E}">
        <p14:creationId xmlns:p14="http://schemas.microsoft.com/office/powerpoint/2010/main" val="2045926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FFFBF-B745-4F05-CEBE-4054AD55851F}"/>
              </a:ext>
            </a:extLst>
          </p:cNvPr>
          <p:cNvSpPr>
            <a:spLocks noGrp="1"/>
          </p:cNvSpPr>
          <p:nvPr>
            <p:ph type="title"/>
          </p:nvPr>
        </p:nvSpPr>
        <p:spPr/>
        <p:txBody>
          <a:bodyPr/>
          <a:lstStyle/>
          <a:p>
            <a:r>
              <a:rPr lang="en-US" dirty="0"/>
              <a:t>Review Syllabus.</a:t>
            </a:r>
          </a:p>
        </p:txBody>
      </p:sp>
      <p:sp>
        <p:nvSpPr>
          <p:cNvPr id="3" name="Content Placeholder 2">
            <a:extLst>
              <a:ext uri="{FF2B5EF4-FFF2-40B4-BE49-F238E27FC236}">
                <a16:creationId xmlns:a16="http://schemas.microsoft.com/office/drawing/2014/main" id="{CBEE6D64-96DA-7CF2-3842-F404BE96955E}"/>
              </a:ext>
            </a:extLst>
          </p:cNvPr>
          <p:cNvSpPr>
            <a:spLocks noGrp="1"/>
          </p:cNvSpPr>
          <p:nvPr>
            <p:ph idx="1"/>
          </p:nvPr>
        </p:nvSpPr>
        <p:spPr/>
        <p:txBody>
          <a:bodyPr>
            <a:normAutofit fontScale="70000" lnSpcReduction="20000"/>
          </a:bodyPr>
          <a:lstStyle/>
          <a:p>
            <a:pPr marL="0" marR="0">
              <a:spcBef>
                <a:spcPts val="0"/>
              </a:spcBef>
              <a:spcAft>
                <a:spcPts val="0"/>
              </a:spcAft>
            </a:pPr>
            <a:r>
              <a:rPr lang="en-US" sz="1800" b="1" u="sng" kern="100" dirty="0">
                <a:effectLst/>
                <a:latin typeface="Aptos" panose="020B0004020202020204" pitchFamily="34" charset="0"/>
                <a:ea typeface="Aptos" panose="020B0004020202020204" pitchFamily="34" charset="0"/>
                <a:cs typeface="Times New Roman" panose="02020603050405020304" pitchFamily="18" charset="0"/>
              </a:rPr>
              <a:t>Goals: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Basic SELECT statement for data retrieval.</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Where clause filter rows.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Using wild cards.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Specifying columns and column aliases.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Order by (Sorting).</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Limiting number of rows.</a:t>
            </a:r>
          </a:p>
          <a:p>
            <a:pPr marL="342900" indent="-342900">
              <a:spcBef>
                <a:spcPts val="0"/>
              </a:spcBef>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SQL Operators: Arithmetic, Comparison, Logical</a:t>
            </a:r>
          </a:p>
          <a:p>
            <a:pPr marL="342900" indent="-342900">
              <a:spcBef>
                <a:spcPts val="0"/>
              </a:spcBef>
              <a:buFont typeface="Symbol" pitchFamily="2"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SQL Null Functions: </a:t>
            </a:r>
          </a:p>
          <a:p>
            <a:pPr marL="342900" indent="-342900">
              <a:spcBef>
                <a:spcPts val="0"/>
              </a:spcBef>
              <a:buFont typeface="Symbol" pitchFamily="2"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Set Operations: UNION, UNION ALL, INTERSECT, EXCEPT</a:t>
            </a:r>
          </a:p>
          <a:p>
            <a:pPr marL="342900" indent="-342900">
              <a:spcBef>
                <a:spcPts val="0"/>
              </a:spcBef>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Sub queries.  </a:t>
            </a:r>
          </a:p>
          <a:p>
            <a:pPr marL="342900" indent="-342900">
              <a:spcBef>
                <a:spcPts val="0"/>
              </a:spcBef>
              <a:buFont typeface="Symbol" pitchFamily="2"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Primary &amp; Foreign Keys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Joins:  INNER, LEFT, RIGHT, SELF, OUTER.</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Aggregates: COUNT, SUM, AVG, MIN, MAX.</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Group By and Having (filter).</a:t>
            </a:r>
          </a:p>
          <a:p>
            <a:pPr marL="342900" indent="-342900">
              <a:spcBef>
                <a:spcPts val="0"/>
              </a:spcBef>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Views.</a:t>
            </a:r>
          </a:p>
          <a:p>
            <a:pPr marL="342900" indent="-342900">
              <a:spcBef>
                <a:spcPts val="0"/>
              </a:spcBef>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CTE: </a:t>
            </a:r>
            <a:r>
              <a:rPr lang="en-US" sz="1900" i="0" dirty="0">
                <a:solidFill>
                  <a:srgbClr val="0F0F0F"/>
                </a:solidFill>
                <a:effectLst/>
                <a:highlight>
                  <a:srgbClr val="FFFFFF"/>
                </a:highlight>
                <a:latin typeface="Roboto" panose="02000000000000000000" pitchFamily="2" charset="0"/>
              </a:rPr>
              <a:t>Common Table Expression</a:t>
            </a:r>
            <a:r>
              <a:rPr lang="en-US" sz="1900" i="0" kern="100" dirty="0">
                <a:solidFill>
                  <a:srgbClr val="0F0F0F"/>
                </a:solidFill>
                <a:highlight>
                  <a:srgbClr val="FFFFFF"/>
                </a:highlight>
                <a:latin typeface="Aptos" panose="020B0004020202020204" pitchFamily="34" charset="0"/>
                <a:cs typeface="Times New Roman" panose="02020603050405020304" pitchFamily="18" charset="0"/>
              </a:rPr>
              <a:t>, t</a:t>
            </a:r>
            <a:r>
              <a:rPr lang="en-US" sz="1900" kern="100" dirty="0">
                <a:effectLst/>
                <a:latin typeface="Aptos" panose="020B0004020202020204" pitchFamily="34" charset="0"/>
                <a:ea typeface="Aptos" panose="020B0004020202020204" pitchFamily="34" charset="0"/>
                <a:cs typeface="Times New Roman" panose="02020603050405020304" pitchFamily="18" charset="0"/>
              </a:rPr>
              <a:t>emp tables (with)</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CASE statements.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Date functions.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String functions.</a:t>
            </a:r>
          </a:p>
          <a:p>
            <a:pPr marL="342900" marR="0" lvl="0" indent="-342900">
              <a:spcBef>
                <a:spcPts val="0"/>
              </a:spcBef>
              <a:spcAft>
                <a:spcPts val="0"/>
              </a:spcAft>
              <a:buFont typeface="Symbol" pitchFamily="2"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Numeric Functions.</a:t>
            </a:r>
          </a:p>
          <a:p>
            <a:pPr marL="342900" marR="0" lvl="0" indent="-342900">
              <a:spcBef>
                <a:spcPts val="0"/>
              </a:spcBef>
              <a:spcAft>
                <a:spcPts val="0"/>
              </a:spcAft>
              <a:buFont typeface="Symbol" pitchFamily="2"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Use Cases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Stored Procedures.</a:t>
            </a:r>
          </a:p>
          <a:p>
            <a:pPr marL="342900" marR="0" lvl="0" indent="-342900">
              <a:spcBef>
                <a:spcPts val="0"/>
              </a:spcBef>
              <a:spcAft>
                <a:spcPts val="0"/>
              </a:spcAft>
              <a:buFont typeface="Symbol" pitchFamily="2"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Python connectivity.</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Materialized Views.</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User Defined Function.</a:t>
            </a:r>
          </a:p>
          <a:p>
            <a:pPr marL="342900" marR="0" lvl="0" indent="-342900">
              <a:spcBef>
                <a:spcPts val="0"/>
              </a:spcBef>
              <a:spcAft>
                <a:spcPts val="0"/>
              </a:spcAft>
              <a:buFont typeface="Symbol"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Table Function.</a:t>
            </a:r>
          </a:p>
          <a:p>
            <a:pPr marL="342900" indent="-342900">
              <a:spcBef>
                <a:spcPts val="0"/>
              </a:spcBef>
              <a:buFont typeface="Symbol" pitchFamily="2" charset="2"/>
              <a:buChar char=""/>
            </a:pPr>
            <a:r>
              <a:rPr lang="en-US" sz="1800" dirty="0"/>
              <a:t>Web JavaScript D3 graph example.</a:t>
            </a:r>
          </a:p>
          <a:p>
            <a:pPr marL="342900" indent="-342900">
              <a:spcBef>
                <a:spcPts val="0"/>
              </a:spcBef>
              <a:buFont typeface="Symbol" pitchFamily="2" charset="2"/>
              <a:buChar char=""/>
            </a:pPr>
            <a:r>
              <a:rPr lang="en-US" sz="1800" dirty="0"/>
              <a:t>Windows Functions</a:t>
            </a:r>
          </a:p>
          <a:p>
            <a:pPr marL="342900" marR="0" lvl="0" indent="-342900">
              <a:spcBef>
                <a:spcPts val="0"/>
              </a:spcBef>
              <a:spcAft>
                <a:spcPts val="0"/>
              </a:spcAft>
              <a:buFont typeface="Symbol" pitchFamily="2" charset="2"/>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Symbol" pitchFamily="2" charset="2"/>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90455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7D066-A05A-64DA-1D29-A433B0F5CBAB}"/>
              </a:ext>
            </a:extLst>
          </p:cNvPr>
          <p:cNvSpPr>
            <a:spLocks noGrp="1"/>
          </p:cNvSpPr>
          <p:nvPr>
            <p:ph type="title"/>
          </p:nvPr>
        </p:nvSpPr>
        <p:spPr/>
        <p:txBody>
          <a:bodyPr/>
          <a:lstStyle/>
          <a:p>
            <a:r>
              <a:rPr lang="en-US" dirty="0"/>
              <a:t>Windows Functions:</a:t>
            </a:r>
          </a:p>
        </p:txBody>
      </p:sp>
      <p:sp>
        <p:nvSpPr>
          <p:cNvPr id="3" name="Content Placeholder 2">
            <a:extLst>
              <a:ext uri="{FF2B5EF4-FFF2-40B4-BE49-F238E27FC236}">
                <a16:creationId xmlns:a16="http://schemas.microsoft.com/office/drawing/2014/main" id="{7568BB02-5114-2D19-9D45-3C92F4845840}"/>
              </a:ext>
            </a:extLst>
          </p:cNvPr>
          <p:cNvSpPr>
            <a:spLocks noGrp="1"/>
          </p:cNvSpPr>
          <p:nvPr>
            <p:ph idx="1"/>
          </p:nvPr>
        </p:nvSpPr>
        <p:spPr/>
        <p:txBody>
          <a:bodyPr/>
          <a:lstStyle/>
          <a:p>
            <a:pPr marL="0" indent="0">
              <a:buNone/>
            </a:pPr>
            <a:r>
              <a:rPr lang="en-US" sz="2400" dirty="0"/>
              <a:t>A window function performs a calculation across a set of table rows that are somehow related to the current row. This is comparable to the type of calculation that can be done with an aggregate function. But unlike regular aggregate functions, use of a window function does not cause rows to become grouped into a single output row — the rows retain their separate identities. Behind the scenes, the window function is able to access more than just the current row of the query result.</a:t>
            </a:r>
          </a:p>
        </p:txBody>
      </p:sp>
    </p:spTree>
    <p:extLst>
      <p:ext uri="{BB962C8B-B14F-4D97-AF65-F5344CB8AC3E}">
        <p14:creationId xmlns:p14="http://schemas.microsoft.com/office/powerpoint/2010/main" val="630423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ADF7B-149C-BD27-0747-482F3302A361}"/>
              </a:ext>
            </a:extLst>
          </p:cNvPr>
          <p:cNvSpPr>
            <a:spLocks noGrp="1"/>
          </p:cNvSpPr>
          <p:nvPr>
            <p:ph type="title"/>
          </p:nvPr>
        </p:nvSpPr>
        <p:spPr/>
        <p:txBody>
          <a:bodyPr/>
          <a:lstStyle/>
          <a:p>
            <a:r>
              <a:rPr lang="en-US" dirty="0"/>
              <a:t>Windows Functions:</a:t>
            </a:r>
          </a:p>
        </p:txBody>
      </p:sp>
      <p:sp>
        <p:nvSpPr>
          <p:cNvPr id="3" name="Content Placeholder 2">
            <a:extLst>
              <a:ext uri="{FF2B5EF4-FFF2-40B4-BE49-F238E27FC236}">
                <a16:creationId xmlns:a16="http://schemas.microsoft.com/office/drawing/2014/main" id="{1C89DCDC-9A59-3181-D2F8-312B1F1BA8D5}"/>
              </a:ext>
            </a:extLst>
          </p:cNvPr>
          <p:cNvSpPr>
            <a:spLocks noGrp="1"/>
          </p:cNvSpPr>
          <p:nvPr>
            <p:ph idx="1"/>
          </p:nvPr>
        </p:nvSpPr>
        <p:spPr/>
        <p:txBody>
          <a:bodyPr>
            <a:normAutofit lnSpcReduction="10000"/>
          </a:bodyPr>
          <a:lstStyle/>
          <a:p>
            <a:r>
              <a:rPr lang="en-US" dirty="0"/>
              <a:t>OVER: Used with AVG, SUM, MIN, MAX, COUNT</a:t>
            </a:r>
          </a:p>
          <a:p>
            <a:r>
              <a:rPr lang="en-US" dirty="0"/>
              <a:t>PARTITION: similar to group by.</a:t>
            </a:r>
          </a:p>
          <a:p>
            <a:r>
              <a:rPr lang="en-US" dirty="0"/>
              <a:t>ORDER BY</a:t>
            </a:r>
          </a:p>
          <a:p>
            <a:r>
              <a:rPr lang="en-US" dirty="0"/>
              <a:t>ROW_NUMBER</a:t>
            </a:r>
          </a:p>
          <a:p>
            <a:r>
              <a:rPr lang="en-US" dirty="0"/>
              <a:t>RANK</a:t>
            </a:r>
          </a:p>
          <a:p>
            <a:r>
              <a:rPr lang="en-US" dirty="0"/>
              <a:t>DENSE_RANK</a:t>
            </a:r>
          </a:p>
          <a:p>
            <a:r>
              <a:rPr lang="en-US" dirty="0"/>
              <a:t>LEAD</a:t>
            </a:r>
          </a:p>
          <a:p>
            <a:r>
              <a:rPr lang="en-US" dirty="0"/>
              <a:t>LAG</a:t>
            </a:r>
          </a:p>
          <a:p>
            <a:r>
              <a:rPr lang="en-US" dirty="0"/>
              <a:t>ROWS/RANGE</a:t>
            </a:r>
          </a:p>
          <a:p>
            <a:endParaRPr lang="en-US" dirty="0"/>
          </a:p>
        </p:txBody>
      </p:sp>
    </p:spTree>
    <p:extLst>
      <p:ext uri="{BB962C8B-B14F-4D97-AF65-F5344CB8AC3E}">
        <p14:creationId xmlns:p14="http://schemas.microsoft.com/office/powerpoint/2010/main" val="615888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A9C6-F408-52C8-4E12-533308C4AD23}"/>
              </a:ext>
            </a:extLst>
          </p:cNvPr>
          <p:cNvSpPr>
            <a:spLocks noGrp="1"/>
          </p:cNvSpPr>
          <p:nvPr>
            <p:ph type="title"/>
          </p:nvPr>
        </p:nvSpPr>
        <p:spPr/>
        <p:txBody>
          <a:bodyPr/>
          <a:lstStyle/>
          <a:p>
            <a:r>
              <a:rPr lang="en-US" dirty="0"/>
              <a:t>OVER</a:t>
            </a:r>
          </a:p>
        </p:txBody>
      </p:sp>
      <p:sp>
        <p:nvSpPr>
          <p:cNvPr id="3" name="Content Placeholder 2">
            <a:extLst>
              <a:ext uri="{FF2B5EF4-FFF2-40B4-BE49-F238E27FC236}">
                <a16:creationId xmlns:a16="http://schemas.microsoft.com/office/drawing/2014/main" id="{CC0FF019-6154-AA33-CC02-2B7A2E5A5A28}"/>
              </a:ext>
            </a:extLst>
          </p:cNvPr>
          <p:cNvSpPr>
            <a:spLocks noGrp="1"/>
          </p:cNvSpPr>
          <p:nvPr>
            <p:ph idx="1"/>
          </p:nvPr>
        </p:nvSpPr>
        <p:spPr>
          <a:xfrm>
            <a:off x="838200" y="1471062"/>
            <a:ext cx="10515600" cy="4351338"/>
          </a:xfrm>
        </p:spPr>
        <p:txBody>
          <a:bodyPr>
            <a:normAutofit/>
          </a:bodyPr>
          <a:lstStyle/>
          <a:p>
            <a:pPr marL="0" indent="0">
              <a:buNone/>
            </a:pPr>
            <a:r>
              <a:rPr lang="en-US" sz="1800" b="0" dirty="0">
                <a:effectLst/>
                <a:highlight>
                  <a:srgbClr val="FFFFFF"/>
                </a:highlight>
                <a:latin typeface="Roboto Mono" pitchFamily="49" charset="0"/>
              </a:rPr>
              <a:t>Aggregate in every row and Non-aggregate columns don't have to part of GROUP BY.</a:t>
            </a:r>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PATIENT_YOB_VAL</a:t>
            </a:r>
            <a:r>
              <a:rPr lang="en-US" sz="1800" b="0" dirty="0">
                <a:solidFill>
                  <a:srgbClr val="3A474E"/>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PATIENT_GENDER_CD</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PATIENT_YOB_VAL</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avg_yob</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PATIENT_YOB_VAL</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p:txBody>
      </p:sp>
      <p:pic>
        <p:nvPicPr>
          <p:cNvPr id="5" name="Picture 4" descr="A screenshot of a computer&#10;&#10;Description automatically generated">
            <a:extLst>
              <a:ext uri="{FF2B5EF4-FFF2-40B4-BE49-F238E27FC236}">
                <a16:creationId xmlns:a16="http://schemas.microsoft.com/office/drawing/2014/main" id="{2E0E8241-B2E5-C44D-E3C1-92F09DE4267C}"/>
              </a:ext>
            </a:extLst>
          </p:cNvPr>
          <p:cNvPicPr>
            <a:picLocks noChangeAspect="1"/>
          </p:cNvPicPr>
          <p:nvPr/>
        </p:nvPicPr>
        <p:blipFill>
          <a:blip r:embed="rId3"/>
          <a:stretch>
            <a:fillRect/>
          </a:stretch>
        </p:blipFill>
        <p:spPr>
          <a:xfrm>
            <a:off x="838200" y="4001294"/>
            <a:ext cx="5791200" cy="1930400"/>
          </a:xfrm>
          <a:prstGeom prst="rect">
            <a:avLst/>
          </a:prstGeom>
        </p:spPr>
      </p:pic>
    </p:spTree>
    <p:extLst>
      <p:ext uri="{BB962C8B-B14F-4D97-AF65-F5344CB8AC3E}">
        <p14:creationId xmlns:p14="http://schemas.microsoft.com/office/powerpoint/2010/main" val="81625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A9C6-F408-52C8-4E12-533308C4AD23}"/>
              </a:ext>
            </a:extLst>
          </p:cNvPr>
          <p:cNvSpPr>
            <a:spLocks noGrp="1"/>
          </p:cNvSpPr>
          <p:nvPr>
            <p:ph type="title"/>
          </p:nvPr>
        </p:nvSpPr>
        <p:spPr/>
        <p:txBody>
          <a:bodyPr/>
          <a:lstStyle/>
          <a:p>
            <a:r>
              <a:rPr lang="en-US" dirty="0"/>
              <a:t>OVER (PARTITION)</a:t>
            </a:r>
          </a:p>
        </p:txBody>
      </p:sp>
      <p:sp>
        <p:nvSpPr>
          <p:cNvPr id="3" name="Content Placeholder 2">
            <a:extLst>
              <a:ext uri="{FF2B5EF4-FFF2-40B4-BE49-F238E27FC236}">
                <a16:creationId xmlns:a16="http://schemas.microsoft.com/office/drawing/2014/main" id="{CC0FF019-6154-AA33-CC02-2B7A2E5A5A28}"/>
              </a:ext>
            </a:extLst>
          </p:cNvPr>
          <p:cNvSpPr>
            <a:spLocks noGrp="1"/>
          </p:cNvSpPr>
          <p:nvPr>
            <p:ph idx="1"/>
          </p:nvPr>
        </p:nvSpPr>
        <p:spPr/>
        <p:txBody>
          <a:bodyPr>
            <a:normAutofit/>
          </a:bodyPr>
          <a:lstStyle/>
          <a:p>
            <a:pPr marL="0" indent="0">
              <a:buNone/>
            </a:pPr>
            <a:r>
              <a:rPr lang="en-US" sz="1800" b="0" dirty="0">
                <a:effectLst/>
                <a:highlight>
                  <a:srgbClr val="FFFFFF"/>
                </a:highlight>
                <a:latin typeface="Roboto Mono" pitchFamily="49" charset="0"/>
              </a:rPr>
              <a:t>PARTITION BY col1, [</a:t>
            </a:r>
            <a:r>
              <a:rPr lang="en-US" sz="1800" b="0" dirty="0" err="1">
                <a:effectLst/>
                <a:highlight>
                  <a:srgbClr val="FFFFFF"/>
                </a:highlight>
                <a:latin typeface="Roboto Mono" pitchFamily="49" charset="0"/>
              </a:rPr>
              <a:t>colN</a:t>
            </a:r>
            <a:r>
              <a:rPr lang="en-US" sz="1800" b="0" dirty="0">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PATIENT_YOB_VAL</a:t>
            </a:r>
            <a:r>
              <a:rPr lang="en-US" sz="1800" b="0" dirty="0">
                <a:solidFill>
                  <a:srgbClr val="3A474E"/>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PATIENT_GENDER_CD</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PATIENT_YOB_VAL</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7474F"/>
                </a:solidFill>
                <a:effectLst/>
                <a:highlight>
                  <a:srgbClr val="FFFFFF"/>
                </a:highlight>
                <a:latin typeface="Roboto Mono" pitchFamily="49" charset="0"/>
              </a:rPr>
              <a:t>(PARTITION BY </a:t>
            </a:r>
            <a:r>
              <a:rPr lang="en-US" sz="1800" b="0" dirty="0">
                <a:solidFill>
                  <a:srgbClr val="000000"/>
                </a:solidFill>
                <a:effectLst/>
                <a:highlight>
                  <a:srgbClr val="FFFFFF"/>
                </a:highlight>
                <a:latin typeface="Roboto Mono" pitchFamily="49" charset="0"/>
              </a:rPr>
              <a:t>PATIENT_GENDER_CD</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avg_yob</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PATIENT_YOB_VAL</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p:txBody>
      </p:sp>
      <p:pic>
        <p:nvPicPr>
          <p:cNvPr id="6" name="Picture 5" descr="A screenshot of a computer&#10;&#10;Description automatically generated">
            <a:extLst>
              <a:ext uri="{FF2B5EF4-FFF2-40B4-BE49-F238E27FC236}">
                <a16:creationId xmlns:a16="http://schemas.microsoft.com/office/drawing/2014/main" id="{133B8C89-D483-B18F-143A-85735FA6328F}"/>
              </a:ext>
            </a:extLst>
          </p:cNvPr>
          <p:cNvPicPr>
            <a:picLocks noChangeAspect="1"/>
          </p:cNvPicPr>
          <p:nvPr/>
        </p:nvPicPr>
        <p:blipFill>
          <a:blip r:embed="rId2"/>
          <a:stretch>
            <a:fillRect/>
          </a:stretch>
        </p:blipFill>
        <p:spPr>
          <a:xfrm>
            <a:off x="838200" y="4208463"/>
            <a:ext cx="5727700" cy="1968500"/>
          </a:xfrm>
          <a:prstGeom prst="rect">
            <a:avLst/>
          </a:prstGeom>
        </p:spPr>
      </p:pic>
    </p:spTree>
    <p:extLst>
      <p:ext uri="{BB962C8B-B14F-4D97-AF65-F5344CB8AC3E}">
        <p14:creationId xmlns:p14="http://schemas.microsoft.com/office/powerpoint/2010/main" val="3651192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973EE-98C3-0064-CAFC-7BF9EA29E575}"/>
              </a:ext>
            </a:extLst>
          </p:cNvPr>
          <p:cNvSpPr>
            <a:spLocks noGrp="1"/>
          </p:cNvSpPr>
          <p:nvPr>
            <p:ph type="title"/>
          </p:nvPr>
        </p:nvSpPr>
        <p:spPr/>
        <p:txBody>
          <a:bodyPr/>
          <a:lstStyle/>
          <a:p>
            <a:r>
              <a:rPr lang="en-US" sz="4400" dirty="0"/>
              <a:t>OVER vs. GROUP BY</a:t>
            </a:r>
            <a:endParaRPr lang="en-US" dirty="0"/>
          </a:p>
        </p:txBody>
      </p:sp>
      <p:pic>
        <p:nvPicPr>
          <p:cNvPr id="8" name="Content Placeholder 7" descr="A screenshot of a graph&#10;&#10;Description automatically generated">
            <a:extLst>
              <a:ext uri="{FF2B5EF4-FFF2-40B4-BE49-F238E27FC236}">
                <a16:creationId xmlns:a16="http://schemas.microsoft.com/office/drawing/2014/main" id="{01DB02BF-3420-ED80-1BCE-71FF27E3A161}"/>
              </a:ext>
            </a:extLst>
          </p:cNvPr>
          <p:cNvPicPr>
            <a:picLocks noGrp="1" noChangeAspect="1"/>
          </p:cNvPicPr>
          <p:nvPr>
            <p:ph idx="1"/>
          </p:nvPr>
        </p:nvPicPr>
        <p:blipFill>
          <a:blip r:embed="rId2"/>
          <a:stretch>
            <a:fillRect/>
          </a:stretch>
        </p:blipFill>
        <p:spPr>
          <a:xfrm>
            <a:off x="838200" y="1917216"/>
            <a:ext cx="10515600" cy="4168155"/>
          </a:xfrm>
        </p:spPr>
      </p:pic>
    </p:spTree>
    <p:extLst>
      <p:ext uri="{BB962C8B-B14F-4D97-AF65-F5344CB8AC3E}">
        <p14:creationId xmlns:p14="http://schemas.microsoft.com/office/powerpoint/2010/main" val="1006985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973EE-98C3-0064-CAFC-7BF9EA29E575}"/>
              </a:ext>
            </a:extLst>
          </p:cNvPr>
          <p:cNvSpPr>
            <a:spLocks noGrp="1"/>
          </p:cNvSpPr>
          <p:nvPr>
            <p:ph type="title"/>
          </p:nvPr>
        </p:nvSpPr>
        <p:spPr/>
        <p:txBody>
          <a:bodyPr/>
          <a:lstStyle/>
          <a:p>
            <a:r>
              <a:rPr lang="en-US" sz="4400" dirty="0"/>
              <a:t>OVER vs. GROUP BY</a:t>
            </a:r>
            <a:endParaRPr lang="en-US" dirty="0"/>
          </a:p>
        </p:txBody>
      </p:sp>
      <p:sp>
        <p:nvSpPr>
          <p:cNvPr id="3" name="Content Placeholder 2">
            <a:extLst>
              <a:ext uri="{FF2B5EF4-FFF2-40B4-BE49-F238E27FC236}">
                <a16:creationId xmlns:a16="http://schemas.microsoft.com/office/drawing/2014/main" id="{C6D51174-0447-66AD-FAAD-C803997254D4}"/>
              </a:ext>
            </a:extLst>
          </p:cNvPr>
          <p:cNvSpPr>
            <a:spLocks noGrp="1"/>
          </p:cNvSpPr>
          <p:nvPr>
            <p:ph idx="1"/>
          </p:nvPr>
        </p:nvSpPr>
        <p:spPr/>
        <p:txBody>
          <a:bodyPr>
            <a:normAutofit/>
          </a:bodyPr>
          <a:lstStyle/>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PATIENT_GENDER_CD</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PATIENT_YOB_VAL</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avg_yob</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GROUP</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PATIENT_GENDER_CD</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a:p>
            <a:pPr marL="0" indent="0">
              <a:buNone/>
            </a:pPr>
            <a:endParaRPr lang="en-US" sz="1800" dirty="0"/>
          </a:p>
        </p:txBody>
      </p:sp>
      <p:pic>
        <p:nvPicPr>
          <p:cNvPr id="6" name="Picture 5" descr="A screenshot of a calendar&#10;&#10;Description automatically generated">
            <a:extLst>
              <a:ext uri="{FF2B5EF4-FFF2-40B4-BE49-F238E27FC236}">
                <a16:creationId xmlns:a16="http://schemas.microsoft.com/office/drawing/2014/main" id="{B97C87A8-B50A-2C5E-65BA-B5B6ACA3BBCB}"/>
              </a:ext>
            </a:extLst>
          </p:cNvPr>
          <p:cNvPicPr>
            <a:picLocks noChangeAspect="1"/>
          </p:cNvPicPr>
          <p:nvPr/>
        </p:nvPicPr>
        <p:blipFill>
          <a:blip r:embed="rId2"/>
          <a:stretch>
            <a:fillRect/>
          </a:stretch>
        </p:blipFill>
        <p:spPr>
          <a:xfrm>
            <a:off x="838200" y="3837370"/>
            <a:ext cx="4889500" cy="1054100"/>
          </a:xfrm>
          <a:prstGeom prst="rect">
            <a:avLst/>
          </a:prstGeom>
        </p:spPr>
      </p:pic>
    </p:spTree>
    <p:extLst>
      <p:ext uri="{BB962C8B-B14F-4D97-AF65-F5344CB8AC3E}">
        <p14:creationId xmlns:p14="http://schemas.microsoft.com/office/powerpoint/2010/main" val="1871976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BA0B-CCF3-D168-466A-91C22598ACE8}"/>
              </a:ext>
            </a:extLst>
          </p:cNvPr>
          <p:cNvSpPr>
            <a:spLocks noGrp="1"/>
          </p:cNvSpPr>
          <p:nvPr>
            <p:ph type="title"/>
          </p:nvPr>
        </p:nvSpPr>
        <p:spPr/>
        <p:txBody>
          <a:bodyPr/>
          <a:lstStyle/>
          <a:p>
            <a:r>
              <a:rPr lang="en-US" dirty="0"/>
              <a:t>ORDER BY</a:t>
            </a:r>
          </a:p>
        </p:txBody>
      </p:sp>
      <p:sp>
        <p:nvSpPr>
          <p:cNvPr id="3" name="Content Placeholder 2">
            <a:extLst>
              <a:ext uri="{FF2B5EF4-FFF2-40B4-BE49-F238E27FC236}">
                <a16:creationId xmlns:a16="http://schemas.microsoft.com/office/drawing/2014/main" id="{C99DD118-E80B-F4C6-F4BD-223AB23D5AA9}"/>
              </a:ext>
            </a:extLst>
          </p:cNvPr>
          <p:cNvSpPr>
            <a:spLocks noGrp="1"/>
          </p:cNvSpPr>
          <p:nvPr>
            <p:ph idx="1"/>
          </p:nvPr>
        </p:nvSpPr>
        <p:spPr/>
        <p:txBody>
          <a:bodyPr>
            <a:normAutofit/>
          </a:bodyPr>
          <a:lstStyle/>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PATIENT_YOB_VAL</a:t>
            </a:r>
            <a:r>
              <a:rPr lang="en-US" sz="1800" b="0" dirty="0">
                <a:solidFill>
                  <a:srgbClr val="3A474E"/>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PATIENT_GENDER_CD</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PATIENT_YOB_VAL</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PATIENT_GENDER_CD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PATIENT_YOB_VAL</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avg_yob</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a:p>
            <a:pPr marL="0" indent="0">
              <a:buNone/>
            </a:pPr>
            <a:endParaRPr lang="en-US" dirty="0"/>
          </a:p>
        </p:txBody>
      </p:sp>
      <p:pic>
        <p:nvPicPr>
          <p:cNvPr id="6" name="Picture 5" descr="A screenshot of a computer&#10;&#10;Description automatically generated">
            <a:extLst>
              <a:ext uri="{FF2B5EF4-FFF2-40B4-BE49-F238E27FC236}">
                <a16:creationId xmlns:a16="http://schemas.microsoft.com/office/drawing/2014/main" id="{3A51653A-A402-105A-FAC8-5E6644B24011}"/>
              </a:ext>
            </a:extLst>
          </p:cNvPr>
          <p:cNvPicPr>
            <a:picLocks noChangeAspect="1"/>
          </p:cNvPicPr>
          <p:nvPr/>
        </p:nvPicPr>
        <p:blipFill>
          <a:blip r:embed="rId2"/>
          <a:stretch>
            <a:fillRect/>
          </a:stretch>
        </p:blipFill>
        <p:spPr>
          <a:xfrm>
            <a:off x="838200" y="3679935"/>
            <a:ext cx="5702300" cy="2209800"/>
          </a:xfrm>
          <a:prstGeom prst="rect">
            <a:avLst/>
          </a:prstGeom>
        </p:spPr>
      </p:pic>
    </p:spTree>
    <p:extLst>
      <p:ext uri="{BB962C8B-B14F-4D97-AF65-F5344CB8AC3E}">
        <p14:creationId xmlns:p14="http://schemas.microsoft.com/office/powerpoint/2010/main" val="1345804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BA0B-CCF3-D168-466A-91C22598ACE8}"/>
              </a:ext>
            </a:extLst>
          </p:cNvPr>
          <p:cNvSpPr>
            <a:spLocks noGrp="1"/>
          </p:cNvSpPr>
          <p:nvPr>
            <p:ph type="title"/>
          </p:nvPr>
        </p:nvSpPr>
        <p:spPr/>
        <p:txBody>
          <a:bodyPr/>
          <a:lstStyle/>
          <a:p>
            <a:r>
              <a:rPr lang="en-US" dirty="0"/>
              <a:t>ROW_NUMBER</a:t>
            </a:r>
          </a:p>
        </p:txBody>
      </p:sp>
      <p:sp>
        <p:nvSpPr>
          <p:cNvPr id="3" name="Content Placeholder 2">
            <a:extLst>
              <a:ext uri="{FF2B5EF4-FFF2-40B4-BE49-F238E27FC236}">
                <a16:creationId xmlns:a16="http://schemas.microsoft.com/office/drawing/2014/main" id="{C99DD118-E80B-F4C6-F4BD-223AB23D5AA9}"/>
              </a:ext>
            </a:extLst>
          </p:cNvPr>
          <p:cNvSpPr>
            <a:spLocks noGrp="1"/>
          </p:cNvSpPr>
          <p:nvPr>
            <p:ph idx="1"/>
          </p:nvPr>
        </p:nvSpPr>
        <p:spPr/>
        <p:txBody>
          <a:bodyPr>
            <a:normAutofit/>
          </a:bodyPr>
          <a:lstStyle/>
          <a:p>
            <a:pPr marL="0" indent="0">
              <a:buNone/>
            </a:pPr>
            <a:r>
              <a:rPr lang="en-US" dirty="0"/>
              <a:t>Assign a unique number to each row in the query result:</a:t>
            </a:r>
          </a:p>
          <a:p>
            <a:pPr marL="0" indent="0">
              <a:buNone/>
            </a:pPr>
            <a:endParaRPr lang="en-US" sz="1800" b="0" dirty="0">
              <a:solidFill>
                <a:srgbClr val="3367D6"/>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avg_income</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ROW_NUMBER</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row_num</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a:p>
            <a:pPr marL="0" indent="0">
              <a:buNone/>
            </a:pPr>
            <a:endParaRPr lang="en-US" dirty="0"/>
          </a:p>
          <a:p>
            <a:pPr marL="0" indent="0">
              <a:buNone/>
            </a:pPr>
            <a:r>
              <a:rPr lang="en-US" dirty="0"/>
              <a:t>Exercise: Try some different columns with this query.</a:t>
            </a:r>
          </a:p>
        </p:txBody>
      </p:sp>
    </p:spTree>
    <p:extLst>
      <p:ext uri="{BB962C8B-B14F-4D97-AF65-F5344CB8AC3E}">
        <p14:creationId xmlns:p14="http://schemas.microsoft.com/office/powerpoint/2010/main" val="1188653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BA0B-CCF3-D168-466A-91C22598ACE8}"/>
              </a:ext>
            </a:extLst>
          </p:cNvPr>
          <p:cNvSpPr>
            <a:spLocks noGrp="1"/>
          </p:cNvSpPr>
          <p:nvPr>
            <p:ph type="title"/>
          </p:nvPr>
        </p:nvSpPr>
        <p:spPr/>
        <p:txBody>
          <a:bodyPr/>
          <a:lstStyle/>
          <a:p>
            <a:r>
              <a:rPr lang="en-US" dirty="0"/>
              <a:t>SUB QUERY TOP 2 PAID</a:t>
            </a:r>
          </a:p>
        </p:txBody>
      </p:sp>
      <p:sp>
        <p:nvSpPr>
          <p:cNvPr id="3" name="Content Placeholder 2">
            <a:extLst>
              <a:ext uri="{FF2B5EF4-FFF2-40B4-BE49-F238E27FC236}">
                <a16:creationId xmlns:a16="http://schemas.microsoft.com/office/drawing/2014/main" id="{C99DD118-E80B-F4C6-F4BD-223AB23D5AA9}"/>
              </a:ext>
            </a:extLst>
          </p:cNvPr>
          <p:cNvSpPr>
            <a:spLocks noGrp="1"/>
          </p:cNvSpPr>
          <p:nvPr>
            <p:ph idx="1"/>
          </p:nvPr>
        </p:nvSpPr>
        <p:spPr/>
        <p:txBody>
          <a:bodyPr>
            <a:normAutofit/>
          </a:bodyPr>
          <a:lstStyle/>
          <a:p>
            <a:pPr marL="0" indent="0">
              <a:buNone/>
            </a:pPr>
            <a:r>
              <a:rPr lang="en-US" dirty="0"/>
              <a:t>Assign a unique number to each row in the query result:</a:t>
            </a:r>
          </a:p>
          <a:p>
            <a:pPr marL="0" indent="0">
              <a:buNone/>
            </a:pPr>
            <a:endParaRPr lang="en-US" sz="1800" b="0" dirty="0">
              <a:solidFill>
                <a:srgbClr val="3367D6"/>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p>
          <a:p>
            <a:pPr marL="457200" lvl="1" indent="0">
              <a:buNone/>
            </a:pPr>
            <a:r>
              <a:rPr lang="en-US" sz="1400" b="0" dirty="0">
                <a:solidFill>
                  <a:srgbClr val="37474F"/>
                </a:solidFill>
                <a:effectLst/>
                <a:highlight>
                  <a:srgbClr val="FFFFFF"/>
                </a:highlight>
                <a:latin typeface="Roboto Mono" pitchFamily="49" charset="0"/>
              </a:rPr>
              <a:t>(</a:t>
            </a:r>
            <a:r>
              <a:rPr lang="en-US" sz="1400" b="0" dirty="0">
                <a:solidFill>
                  <a:srgbClr val="3367D6"/>
                </a:solidFill>
                <a:effectLst/>
                <a:highlight>
                  <a:srgbClr val="FFFFFF"/>
                </a:highlight>
                <a:latin typeface="Roboto Mono" pitchFamily="49" charset="0"/>
              </a:rPr>
              <a:t>SELECT</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a:t>
            </a:r>
          </a:p>
          <a:p>
            <a:pPr marL="457200" lvl="1" indent="0">
              <a:buNone/>
            </a:pPr>
            <a:r>
              <a:rPr lang="en-US" sz="1400" b="0" dirty="0">
                <a:solidFill>
                  <a:srgbClr val="3367D6"/>
                </a:solidFill>
                <a:effectLst/>
                <a:highlight>
                  <a:srgbClr val="FFFFFF"/>
                </a:highlight>
                <a:latin typeface="Roboto Mono" pitchFamily="49" charset="0"/>
              </a:rPr>
              <a:t>AVG</a:t>
            </a:r>
            <a:r>
              <a:rPr lang="en-US" sz="1400" b="0" dirty="0">
                <a:solidFill>
                  <a:srgbClr val="37474F"/>
                </a:solidFill>
                <a:effectLst/>
                <a:highlight>
                  <a:srgbClr val="FFFFFF"/>
                </a:highlight>
                <a:latin typeface="Roboto Mono" pitchFamily="49" charset="0"/>
              </a:rPr>
              <a:t>(</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OVER</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3367D6"/>
                </a:solidFill>
                <a:effectLst/>
                <a:highlight>
                  <a:srgbClr val="FFFFFF"/>
                </a:highlight>
                <a:latin typeface="Roboto Mono" pitchFamily="49" charset="0"/>
              </a:rPr>
              <a:t>PARTITION</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ORDER</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DESC</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AS</a:t>
            </a:r>
            <a:r>
              <a:rPr lang="en-US" sz="1400" b="0" dirty="0">
                <a:solidFill>
                  <a:srgbClr val="3A474E"/>
                </a:solidFill>
                <a:effectLst/>
                <a:highlight>
                  <a:srgbClr val="FFFFFF"/>
                </a:highlight>
                <a:latin typeface="Roboto Mono" pitchFamily="49" charset="0"/>
              </a:rPr>
              <a:t> </a:t>
            </a:r>
            <a:r>
              <a:rPr lang="en-US" sz="1400" b="0" dirty="0" err="1">
                <a:solidFill>
                  <a:srgbClr val="000000"/>
                </a:solidFill>
                <a:effectLst/>
                <a:highlight>
                  <a:srgbClr val="FFFFFF"/>
                </a:highlight>
                <a:latin typeface="Roboto Mono" pitchFamily="49" charset="0"/>
              </a:rPr>
              <a:t>avg_income</a:t>
            </a:r>
            <a:r>
              <a:rPr lang="en-US" sz="1400" b="0" dirty="0">
                <a:solidFill>
                  <a:srgbClr val="3A474E"/>
                </a:solidFill>
                <a:effectLst/>
                <a:highlight>
                  <a:srgbClr val="FFFFFF"/>
                </a:highlight>
                <a:latin typeface="Roboto Mono" pitchFamily="49" charset="0"/>
              </a:rPr>
              <a:t>,</a:t>
            </a:r>
          </a:p>
          <a:p>
            <a:pPr marL="457200" lvl="1" indent="0">
              <a:buNone/>
            </a:pPr>
            <a:r>
              <a:rPr lang="en-US" sz="1400" b="0" dirty="0">
                <a:solidFill>
                  <a:srgbClr val="3367D6"/>
                </a:solidFill>
                <a:effectLst/>
                <a:highlight>
                  <a:srgbClr val="FFFFFF"/>
                </a:highlight>
                <a:latin typeface="Roboto Mono" pitchFamily="49" charset="0"/>
              </a:rPr>
              <a:t>ROW_NUMBER</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OVER</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3367D6"/>
                </a:solidFill>
                <a:effectLst/>
                <a:highlight>
                  <a:srgbClr val="FFFFFF"/>
                </a:highlight>
                <a:latin typeface="Roboto Mono" pitchFamily="49" charset="0"/>
              </a:rPr>
              <a:t>PARTITION</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ORDER</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DESC</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AS</a:t>
            </a:r>
            <a:r>
              <a:rPr lang="en-US" sz="1400" b="0" dirty="0">
                <a:solidFill>
                  <a:srgbClr val="3A474E"/>
                </a:solidFill>
                <a:effectLst/>
                <a:highlight>
                  <a:srgbClr val="FFFFFF"/>
                </a:highlight>
                <a:latin typeface="Roboto Mono" pitchFamily="49" charset="0"/>
              </a:rPr>
              <a:t> </a:t>
            </a:r>
            <a:r>
              <a:rPr lang="en-US" sz="1400" b="0" dirty="0" err="1">
                <a:solidFill>
                  <a:srgbClr val="000000"/>
                </a:solidFill>
                <a:effectLst/>
                <a:highlight>
                  <a:srgbClr val="FFFFFF"/>
                </a:highlight>
                <a:latin typeface="Roboto Mono" pitchFamily="49" charset="0"/>
              </a:rPr>
              <a:t>row_num</a:t>
            </a:r>
            <a:endParaRPr lang="en-US" sz="1400" b="0" dirty="0">
              <a:solidFill>
                <a:srgbClr val="3A474E"/>
              </a:solidFill>
              <a:effectLst/>
              <a:highlight>
                <a:srgbClr val="FFFFFF"/>
              </a:highlight>
              <a:latin typeface="Roboto Mono" pitchFamily="49" charset="0"/>
            </a:endParaRPr>
          </a:p>
          <a:p>
            <a:pPr marL="457200" lvl="1" indent="0">
              <a:buNone/>
            </a:pPr>
            <a:r>
              <a:rPr lang="en-US" sz="1400" b="0" dirty="0">
                <a:solidFill>
                  <a:srgbClr val="3367D6"/>
                </a:solidFill>
                <a:effectLst/>
                <a:highlight>
                  <a:srgbClr val="FFFFFF"/>
                </a:highlight>
                <a:latin typeface="Roboto Mono" pitchFamily="49" charset="0"/>
              </a:rPr>
              <a:t>FROM</a:t>
            </a:r>
            <a:r>
              <a:rPr lang="en-US" sz="1400" b="0" dirty="0">
                <a:solidFill>
                  <a:srgbClr val="3A474E"/>
                </a:solidFill>
                <a:effectLst/>
                <a:highlight>
                  <a:srgbClr val="FFFFFF"/>
                </a:highlight>
                <a:latin typeface="Roboto Mono" pitchFamily="49" charset="0"/>
              </a:rPr>
              <a:t> </a:t>
            </a:r>
            <a:r>
              <a:rPr lang="en-US" sz="1400" b="0" dirty="0">
                <a:solidFill>
                  <a:srgbClr val="0D904F"/>
                </a:solidFill>
                <a:effectLst/>
                <a:highlight>
                  <a:srgbClr val="FFFFFF"/>
                </a:highlight>
                <a:latin typeface="Roboto Mono" pitchFamily="49" charset="0"/>
              </a:rPr>
              <a:t>`</a:t>
            </a:r>
            <a:r>
              <a:rPr lang="en-US" sz="1400" b="0" dirty="0" err="1">
                <a:solidFill>
                  <a:srgbClr val="0D904F"/>
                </a:solidFill>
                <a:effectLst/>
                <a:highlight>
                  <a:srgbClr val="FFFFFF"/>
                </a:highlight>
                <a:latin typeface="Roboto Mono" pitchFamily="49" charset="0"/>
              </a:rPr>
              <a:t>purplelab-sales.Training_Dataset.DIM_PATIENT</a:t>
            </a:r>
            <a:r>
              <a:rPr lang="en-US" sz="1400" b="0" dirty="0">
                <a:solidFill>
                  <a:srgbClr val="0D90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LIMIT</a:t>
            </a:r>
            <a:r>
              <a:rPr lang="en-US" sz="1400" b="0" dirty="0">
                <a:solidFill>
                  <a:srgbClr val="3A474E"/>
                </a:solidFill>
                <a:effectLst/>
                <a:highlight>
                  <a:srgbClr val="FFFFFF"/>
                </a:highlight>
                <a:latin typeface="Roboto Mono" pitchFamily="49" charset="0"/>
              </a:rPr>
              <a:t> </a:t>
            </a:r>
            <a:r>
              <a:rPr lang="en-US" sz="1400" b="0" dirty="0">
                <a:solidFill>
                  <a:srgbClr val="F4511E"/>
                </a:solidFill>
                <a:effectLst/>
                <a:highlight>
                  <a:srgbClr val="FFFFFF"/>
                </a:highlight>
                <a:latin typeface="Roboto Mono" pitchFamily="49" charset="0"/>
              </a:rPr>
              <a:t>1000</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t</a:t>
            </a:r>
            <a:endParaRPr lang="en-US" sz="14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WHERE</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row_num</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&lt;</a:t>
            </a:r>
            <a:r>
              <a:rPr lang="en-US" sz="1800" b="0" dirty="0">
                <a:solidFill>
                  <a:srgbClr val="F4511E"/>
                </a:solidFill>
                <a:effectLst/>
                <a:highlight>
                  <a:srgbClr val="FFFFFF"/>
                </a:highlight>
                <a:latin typeface="Roboto Mono" pitchFamily="49" charset="0"/>
              </a:rPr>
              <a:t>3</a:t>
            </a:r>
            <a:r>
              <a:rPr lang="en-US" sz="1800" b="0" dirty="0">
                <a:solidFill>
                  <a:srgbClr val="3A474E"/>
                </a:solidFill>
                <a:effectLst/>
                <a:highlight>
                  <a:srgbClr val="FFFFFF"/>
                </a:highlight>
                <a:latin typeface="Roboto Mono" pitchFamily="49" charset="0"/>
              </a:rPr>
              <a:t>;</a:t>
            </a:r>
          </a:p>
          <a:p>
            <a:pPr marL="0" indent="0">
              <a:buNone/>
            </a:pPr>
            <a:endParaRPr lang="en-US" dirty="0"/>
          </a:p>
          <a:p>
            <a:pPr marL="0" indent="0">
              <a:buNone/>
            </a:pPr>
            <a:r>
              <a:rPr lang="en-US" dirty="0"/>
              <a:t>Exercise: Try some different columns with this query.</a:t>
            </a:r>
          </a:p>
        </p:txBody>
      </p:sp>
    </p:spTree>
    <p:extLst>
      <p:ext uri="{BB962C8B-B14F-4D97-AF65-F5344CB8AC3E}">
        <p14:creationId xmlns:p14="http://schemas.microsoft.com/office/powerpoint/2010/main" val="157738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BA0B-CCF3-D168-466A-91C22598ACE8}"/>
              </a:ext>
            </a:extLst>
          </p:cNvPr>
          <p:cNvSpPr>
            <a:spLocks noGrp="1"/>
          </p:cNvSpPr>
          <p:nvPr>
            <p:ph type="title"/>
          </p:nvPr>
        </p:nvSpPr>
        <p:spPr/>
        <p:txBody>
          <a:bodyPr/>
          <a:lstStyle/>
          <a:p>
            <a:r>
              <a:rPr lang="en-US" dirty="0"/>
              <a:t>RANK</a:t>
            </a:r>
          </a:p>
        </p:txBody>
      </p:sp>
      <p:sp>
        <p:nvSpPr>
          <p:cNvPr id="3" name="Content Placeholder 2">
            <a:extLst>
              <a:ext uri="{FF2B5EF4-FFF2-40B4-BE49-F238E27FC236}">
                <a16:creationId xmlns:a16="http://schemas.microsoft.com/office/drawing/2014/main" id="{C99DD118-E80B-F4C6-F4BD-223AB23D5AA9}"/>
              </a:ext>
            </a:extLst>
          </p:cNvPr>
          <p:cNvSpPr>
            <a:spLocks noGrp="1"/>
          </p:cNvSpPr>
          <p:nvPr>
            <p:ph idx="1"/>
          </p:nvPr>
        </p:nvSpPr>
        <p:spPr>
          <a:xfrm>
            <a:off x="838200" y="1794094"/>
            <a:ext cx="10515600" cy="4351338"/>
          </a:xfrm>
        </p:spPr>
        <p:txBody>
          <a:bodyPr>
            <a:normAutofit/>
          </a:bodyPr>
          <a:lstStyle/>
          <a:p>
            <a:pPr marL="0" indent="0">
              <a:buNone/>
            </a:pPr>
            <a:r>
              <a:rPr lang="en-US" dirty="0"/>
              <a:t>Assign a rank to each row in the query result:</a:t>
            </a:r>
          </a:p>
          <a:p>
            <a:pPr marL="0" indent="0">
              <a:buNone/>
            </a:pPr>
            <a:endParaRPr lang="en-US" sz="1800" b="0" dirty="0">
              <a:solidFill>
                <a:srgbClr val="3367D6"/>
              </a:solidFill>
              <a:effectLst/>
              <a:highlight>
                <a:srgbClr val="FFFFFF"/>
              </a:highlight>
              <a:latin typeface="Roboto Mono" pitchFamily="49" charset="0"/>
            </a:endParaRPr>
          </a:p>
          <a:p>
            <a:pPr marL="0" indent="0">
              <a:buNone/>
            </a:pPr>
            <a:r>
              <a:rPr lang="en-US" sz="1200" b="0" dirty="0">
                <a:solidFill>
                  <a:srgbClr val="3367D6"/>
                </a:solidFill>
                <a:effectLst/>
                <a:highlight>
                  <a:srgbClr val="FFFFFF"/>
                </a:highlight>
                <a:latin typeface="Roboto Mono" pitchFamily="49" charset="0"/>
              </a:rPr>
              <a:t>SELECT</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FROM</a:t>
            </a:r>
            <a:r>
              <a:rPr lang="en-US" sz="1200" b="0" dirty="0">
                <a:solidFill>
                  <a:srgbClr val="3A474E"/>
                </a:solidFill>
                <a:effectLst/>
                <a:highlight>
                  <a:srgbClr val="FFFFFF"/>
                </a:highlight>
                <a:latin typeface="Roboto Mono" pitchFamily="49" charset="0"/>
              </a:rPr>
              <a:t> </a:t>
            </a:r>
          </a:p>
          <a:p>
            <a:pPr marL="0" indent="0">
              <a:buNone/>
            </a:pP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SELECT</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PATIENT_ID</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AVG</a:t>
            </a:r>
            <a:r>
              <a:rPr lang="en-US" sz="1200" b="0" dirty="0">
                <a:solidFill>
                  <a:srgbClr val="37474F"/>
                </a:solidFill>
                <a:effectLst/>
                <a:highlight>
                  <a:srgbClr val="FFFFFF"/>
                </a:highlight>
                <a:latin typeface="Roboto Mono" pitchFamily="49" charset="0"/>
              </a:rPr>
              <a:t>(</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avg_income</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ROW_NUMBER</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row_num</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RANK</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rank_income</a:t>
            </a:r>
            <a:endParaRPr lang="en-US" sz="1200" b="0" dirty="0">
              <a:solidFill>
                <a:srgbClr val="3A474E"/>
              </a:solidFill>
              <a:effectLst/>
              <a:highlight>
                <a:srgbClr val="FFFFFF"/>
              </a:highlight>
              <a:latin typeface="Roboto Mono" pitchFamily="49" charset="0"/>
            </a:endParaRPr>
          </a:p>
          <a:p>
            <a:pPr marL="0" indent="0">
              <a:buNone/>
            </a:pPr>
            <a:br>
              <a:rPr lang="en-US" sz="1200" b="0" dirty="0">
                <a:solidFill>
                  <a:srgbClr val="3A474E"/>
                </a:solidFill>
                <a:effectLst/>
                <a:highlight>
                  <a:srgbClr val="FFFFFF"/>
                </a:highlight>
                <a:latin typeface="Roboto Mono" pitchFamily="49" charset="0"/>
              </a:rPr>
            </a:br>
            <a:r>
              <a:rPr lang="en-US" sz="1200" b="0" dirty="0">
                <a:solidFill>
                  <a:srgbClr val="3367D6"/>
                </a:solidFill>
                <a:effectLst/>
                <a:highlight>
                  <a:srgbClr val="FFFFFF"/>
                </a:highlight>
                <a:latin typeface="Roboto Mono" pitchFamily="49" charset="0"/>
              </a:rPr>
              <a:t>FROM</a:t>
            </a:r>
            <a:r>
              <a:rPr lang="en-US" sz="1200" b="0" dirty="0">
                <a:solidFill>
                  <a:srgbClr val="3A474E"/>
                </a:solidFill>
                <a:effectLst/>
                <a:highlight>
                  <a:srgbClr val="FFFFFF"/>
                </a:highlight>
                <a:latin typeface="Roboto Mono" pitchFamily="49" charset="0"/>
              </a:rPr>
              <a:t> </a:t>
            </a:r>
            <a:r>
              <a:rPr lang="en-US" sz="1200" b="0" dirty="0">
                <a:solidFill>
                  <a:srgbClr val="0D904F"/>
                </a:solidFill>
                <a:effectLst/>
                <a:highlight>
                  <a:srgbClr val="FFFFFF"/>
                </a:highlight>
                <a:latin typeface="Roboto Mono" pitchFamily="49" charset="0"/>
              </a:rPr>
              <a:t>`</a:t>
            </a:r>
            <a:r>
              <a:rPr lang="en-US" sz="1200" b="0" dirty="0" err="1">
                <a:solidFill>
                  <a:srgbClr val="0D904F"/>
                </a:solidFill>
                <a:effectLst/>
                <a:highlight>
                  <a:srgbClr val="FFFFFF"/>
                </a:highlight>
                <a:latin typeface="Roboto Mono" pitchFamily="49" charset="0"/>
              </a:rPr>
              <a:t>purplelab-sales.Training_Dataset.DIM_PATIENT</a:t>
            </a:r>
            <a:r>
              <a:rPr lang="en-US" sz="1200" b="0" dirty="0">
                <a:solidFill>
                  <a:srgbClr val="0D90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LIMIT</a:t>
            </a:r>
            <a:r>
              <a:rPr lang="en-US" sz="1200" b="0" dirty="0">
                <a:solidFill>
                  <a:srgbClr val="3A474E"/>
                </a:solidFill>
                <a:effectLst/>
                <a:highlight>
                  <a:srgbClr val="FFFFFF"/>
                </a:highlight>
                <a:latin typeface="Roboto Mono" pitchFamily="49" charset="0"/>
              </a:rPr>
              <a:t> </a:t>
            </a:r>
            <a:r>
              <a:rPr lang="en-US" sz="1200" b="0" dirty="0">
                <a:solidFill>
                  <a:srgbClr val="F4511E"/>
                </a:solidFill>
                <a:effectLst/>
                <a:highlight>
                  <a:srgbClr val="FFFFFF"/>
                </a:highlight>
                <a:latin typeface="Roboto Mono" pitchFamily="49" charset="0"/>
              </a:rPr>
              <a:t>1000</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t</a:t>
            </a:r>
            <a:endParaRPr lang="en-US" sz="1200" b="0" dirty="0">
              <a:solidFill>
                <a:srgbClr val="3A474E"/>
              </a:solidFill>
              <a:effectLst/>
              <a:highlight>
                <a:srgbClr val="FFFFFF"/>
              </a:highlight>
              <a:latin typeface="Roboto Mono" pitchFamily="49" charset="0"/>
            </a:endParaRPr>
          </a:p>
          <a:p>
            <a:pPr marL="0" indent="0">
              <a:buNone/>
            </a:pPr>
            <a:r>
              <a:rPr lang="en-US" sz="1200" b="0" dirty="0">
                <a:solidFill>
                  <a:srgbClr val="3367D6"/>
                </a:solidFill>
                <a:effectLst/>
                <a:highlight>
                  <a:srgbClr val="FFFFFF"/>
                </a:highlight>
                <a:latin typeface="Roboto Mono" pitchFamily="49" charset="0"/>
              </a:rPr>
              <a:t>WHERE</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rank_income</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&lt;</a:t>
            </a:r>
            <a:r>
              <a:rPr lang="en-US" sz="1200" dirty="0">
                <a:solidFill>
                  <a:srgbClr val="F4511E"/>
                </a:solidFill>
                <a:highlight>
                  <a:srgbClr val="FFFFFF"/>
                </a:highlight>
                <a:latin typeface="Roboto Mono" pitchFamily="49" charset="0"/>
              </a:rPr>
              <a:t>4</a:t>
            </a:r>
            <a:r>
              <a:rPr lang="en-US" sz="1200" b="0" dirty="0">
                <a:solidFill>
                  <a:srgbClr val="3A474E"/>
                </a:solidFill>
                <a:effectLst/>
                <a:highlight>
                  <a:srgbClr val="FFFFFF"/>
                </a:highlight>
                <a:latin typeface="Roboto Mono" pitchFamily="49" charset="0"/>
              </a:rPr>
              <a:t>;</a:t>
            </a:r>
          </a:p>
          <a:p>
            <a:pPr marL="0" indent="0">
              <a:buNone/>
            </a:pPr>
            <a:endParaRPr lang="en-US" dirty="0"/>
          </a:p>
          <a:p>
            <a:pPr marL="0" indent="0">
              <a:buNone/>
            </a:pPr>
            <a:r>
              <a:rPr lang="en-US" dirty="0"/>
              <a:t>Exercise: Try some different columns with this query.</a:t>
            </a:r>
          </a:p>
        </p:txBody>
      </p:sp>
    </p:spTree>
    <p:extLst>
      <p:ext uri="{BB962C8B-B14F-4D97-AF65-F5344CB8AC3E}">
        <p14:creationId xmlns:p14="http://schemas.microsoft.com/office/powerpoint/2010/main" val="157929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BA0B-CCF3-D168-466A-91C22598ACE8}"/>
              </a:ext>
            </a:extLst>
          </p:cNvPr>
          <p:cNvSpPr>
            <a:spLocks noGrp="1"/>
          </p:cNvSpPr>
          <p:nvPr>
            <p:ph type="title"/>
          </p:nvPr>
        </p:nvSpPr>
        <p:spPr/>
        <p:txBody>
          <a:bodyPr/>
          <a:lstStyle/>
          <a:p>
            <a:r>
              <a:rPr lang="en-US" dirty="0"/>
              <a:t>DENSE_RANK</a:t>
            </a:r>
          </a:p>
        </p:txBody>
      </p:sp>
      <p:sp>
        <p:nvSpPr>
          <p:cNvPr id="3" name="Content Placeholder 2">
            <a:extLst>
              <a:ext uri="{FF2B5EF4-FFF2-40B4-BE49-F238E27FC236}">
                <a16:creationId xmlns:a16="http://schemas.microsoft.com/office/drawing/2014/main" id="{C99DD118-E80B-F4C6-F4BD-223AB23D5AA9}"/>
              </a:ext>
            </a:extLst>
          </p:cNvPr>
          <p:cNvSpPr>
            <a:spLocks noGrp="1"/>
          </p:cNvSpPr>
          <p:nvPr>
            <p:ph idx="1"/>
          </p:nvPr>
        </p:nvSpPr>
        <p:spPr>
          <a:xfrm>
            <a:off x="838200" y="1794094"/>
            <a:ext cx="10515600" cy="4351338"/>
          </a:xfrm>
        </p:spPr>
        <p:txBody>
          <a:bodyPr>
            <a:normAutofit/>
          </a:bodyPr>
          <a:lstStyle/>
          <a:p>
            <a:pPr marL="0" indent="0">
              <a:buNone/>
            </a:pPr>
            <a:r>
              <a:rPr lang="en-US" dirty="0"/>
              <a:t>Assign a rank to each row in the query result:</a:t>
            </a:r>
          </a:p>
          <a:p>
            <a:pPr marL="0" indent="0">
              <a:buNone/>
            </a:pPr>
            <a:endParaRPr lang="en-US" sz="1800" b="0" dirty="0">
              <a:solidFill>
                <a:srgbClr val="3367D6"/>
              </a:solidFill>
              <a:effectLst/>
              <a:highlight>
                <a:srgbClr val="FFFFFF"/>
              </a:highlight>
              <a:latin typeface="Roboto Mono" pitchFamily="49" charset="0"/>
            </a:endParaRPr>
          </a:p>
          <a:p>
            <a:pPr marL="0" indent="0">
              <a:buNone/>
            </a:pPr>
            <a:r>
              <a:rPr lang="en-US" sz="1200" b="0" dirty="0">
                <a:solidFill>
                  <a:srgbClr val="3367D6"/>
                </a:solidFill>
                <a:effectLst/>
                <a:highlight>
                  <a:srgbClr val="FFFFFF"/>
                </a:highlight>
                <a:latin typeface="Roboto Mono" pitchFamily="49" charset="0"/>
              </a:rPr>
              <a:t>SELECT</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FROM</a:t>
            </a:r>
            <a:r>
              <a:rPr lang="en-US" sz="1200" b="0" dirty="0">
                <a:solidFill>
                  <a:srgbClr val="3A474E"/>
                </a:solidFill>
                <a:effectLst/>
                <a:highlight>
                  <a:srgbClr val="FFFFFF"/>
                </a:highlight>
                <a:latin typeface="Roboto Mono" pitchFamily="49" charset="0"/>
              </a:rPr>
              <a:t> </a:t>
            </a:r>
          </a:p>
          <a:p>
            <a:pPr marL="0" indent="0">
              <a:buNone/>
            </a:pP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SELECT</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PATIENT_ID</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AVG</a:t>
            </a:r>
            <a:r>
              <a:rPr lang="en-US" sz="1200" b="0" dirty="0">
                <a:solidFill>
                  <a:srgbClr val="37474F"/>
                </a:solidFill>
                <a:effectLst/>
                <a:highlight>
                  <a:srgbClr val="FFFFFF"/>
                </a:highlight>
                <a:latin typeface="Roboto Mono" pitchFamily="49" charset="0"/>
              </a:rPr>
              <a:t>(</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avg_income</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ROW_NUMBER</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row_num</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RANK</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rank_income</a:t>
            </a:r>
            <a:r>
              <a:rPr lang="en-US" sz="1200" b="0" dirty="0">
                <a:solidFill>
                  <a:srgbClr val="3A474E"/>
                </a:solidFill>
                <a:effectLst/>
                <a:highlight>
                  <a:srgbClr val="FFFFFF"/>
                </a:highlight>
                <a:latin typeface="Roboto Mono" pitchFamily="49" charset="0"/>
              </a:rPr>
              <a:t>,</a:t>
            </a:r>
          </a:p>
          <a:p>
            <a:pPr marL="0" indent="0">
              <a:buNone/>
            </a:pPr>
            <a:r>
              <a:rPr lang="en-US" sz="1200" b="0" dirty="0">
                <a:solidFill>
                  <a:srgbClr val="3367D6"/>
                </a:solidFill>
                <a:effectLst/>
                <a:highlight>
                  <a:srgbClr val="FFFFFF"/>
                </a:highlight>
                <a:latin typeface="Roboto Mono" pitchFamily="49" charset="0"/>
              </a:rPr>
              <a:t>DENSE_RANK</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OVER</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a:t>
            </a:r>
            <a:r>
              <a:rPr lang="en-US" sz="1200" b="0" dirty="0">
                <a:solidFill>
                  <a:srgbClr val="3367D6"/>
                </a:solidFill>
                <a:effectLst/>
                <a:highlight>
                  <a:srgbClr val="FFFFFF"/>
                </a:highlight>
                <a:latin typeface="Roboto Mono" pitchFamily="49" charset="0"/>
              </a:rPr>
              <a:t>PARTITION</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PATIENT_EDUCATION_ID</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ORDER</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BY</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HOUSEHOLD_INCOME_PER_PERSON_AMT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DESC</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AS</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dense_rank_income</a:t>
            </a:r>
            <a:endParaRPr lang="en-US" sz="1200" b="0" dirty="0">
              <a:solidFill>
                <a:srgbClr val="3A474E"/>
              </a:solidFill>
              <a:effectLst/>
              <a:highlight>
                <a:srgbClr val="FFFFFF"/>
              </a:highlight>
              <a:latin typeface="Roboto Mono" pitchFamily="49" charset="0"/>
            </a:endParaRPr>
          </a:p>
          <a:p>
            <a:pPr marL="0" indent="0">
              <a:buNone/>
            </a:pPr>
            <a:r>
              <a:rPr lang="en-US" sz="1200" b="0" dirty="0">
                <a:solidFill>
                  <a:srgbClr val="3367D6"/>
                </a:solidFill>
                <a:effectLst/>
                <a:highlight>
                  <a:srgbClr val="FFFFFF"/>
                </a:highlight>
                <a:latin typeface="Roboto Mono" pitchFamily="49" charset="0"/>
              </a:rPr>
              <a:t>FROM</a:t>
            </a:r>
            <a:r>
              <a:rPr lang="en-US" sz="1200" b="0" dirty="0">
                <a:solidFill>
                  <a:srgbClr val="3A474E"/>
                </a:solidFill>
                <a:effectLst/>
                <a:highlight>
                  <a:srgbClr val="FFFFFF"/>
                </a:highlight>
                <a:latin typeface="Roboto Mono" pitchFamily="49" charset="0"/>
              </a:rPr>
              <a:t> </a:t>
            </a:r>
            <a:r>
              <a:rPr lang="en-US" sz="1200" b="0" dirty="0">
                <a:solidFill>
                  <a:srgbClr val="0D904F"/>
                </a:solidFill>
                <a:effectLst/>
                <a:highlight>
                  <a:srgbClr val="FFFFFF"/>
                </a:highlight>
                <a:latin typeface="Roboto Mono" pitchFamily="49" charset="0"/>
              </a:rPr>
              <a:t>`</a:t>
            </a:r>
            <a:r>
              <a:rPr lang="en-US" sz="1200" b="0" dirty="0" err="1">
                <a:solidFill>
                  <a:srgbClr val="0D904F"/>
                </a:solidFill>
                <a:effectLst/>
                <a:highlight>
                  <a:srgbClr val="FFFFFF"/>
                </a:highlight>
                <a:latin typeface="Roboto Mono" pitchFamily="49" charset="0"/>
              </a:rPr>
              <a:t>purplelab-sales.Training_Dataset.DIM_PATIENT</a:t>
            </a:r>
            <a:r>
              <a:rPr lang="en-US" sz="1200" b="0" dirty="0">
                <a:solidFill>
                  <a:srgbClr val="0D90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3367D6"/>
                </a:solidFill>
                <a:effectLst/>
                <a:highlight>
                  <a:srgbClr val="FFFFFF"/>
                </a:highlight>
                <a:latin typeface="Roboto Mono" pitchFamily="49" charset="0"/>
              </a:rPr>
              <a:t>LIMIT</a:t>
            </a:r>
            <a:r>
              <a:rPr lang="en-US" sz="1200" b="0" dirty="0">
                <a:solidFill>
                  <a:srgbClr val="3A474E"/>
                </a:solidFill>
                <a:effectLst/>
                <a:highlight>
                  <a:srgbClr val="FFFFFF"/>
                </a:highlight>
                <a:latin typeface="Roboto Mono" pitchFamily="49" charset="0"/>
              </a:rPr>
              <a:t> </a:t>
            </a:r>
            <a:r>
              <a:rPr lang="en-US" sz="1200" b="0" dirty="0">
                <a:solidFill>
                  <a:srgbClr val="F4511E"/>
                </a:solidFill>
                <a:effectLst/>
                <a:highlight>
                  <a:srgbClr val="FFFFFF"/>
                </a:highlight>
                <a:latin typeface="Roboto Mono" pitchFamily="49" charset="0"/>
              </a:rPr>
              <a:t>1000</a:t>
            </a:r>
            <a:r>
              <a:rPr lang="en-US" sz="1200" b="0" dirty="0">
                <a:solidFill>
                  <a:srgbClr val="37474F"/>
                </a:solidFill>
                <a:effectLst/>
                <a:highlight>
                  <a:srgbClr val="FFFFFF"/>
                </a:highlight>
                <a:latin typeface="Roboto Mono" pitchFamily="49" charset="0"/>
              </a:rPr>
              <a:t>)</a:t>
            </a:r>
            <a:r>
              <a:rPr lang="en-US" sz="1200" b="0" dirty="0">
                <a:solidFill>
                  <a:srgbClr val="3A474E"/>
                </a:solidFill>
                <a:effectLst/>
                <a:highlight>
                  <a:srgbClr val="FFFFFF"/>
                </a:highlight>
                <a:latin typeface="Roboto Mono" pitchFamily="49" charset="0"/>
              </a:rPr>
              <a:t> </a:t>
            </a:r>
            <a:r>
              <a:rPr lang="en-US" sz="1200" b="0" dirty="0">
                <a:solidFill>
                  <a:srgbClr val="000000"/>
                </a:solidFill>
                <a:effectLst/>
                <a:highlight>
                  <a:srgbClr val="FFFFFF"/>
                </a:highlight>
                <a:latin typeface="Roboto Mono" pitchFamily="49" charset="0"/>
              </a:rPr>
              <a:t>t</a:t>
            </a:r>
            <a:endParaRPr lang="en-US" sz="1200" b="0" dirty="0">
              <a:solidFill>
                <a:srgbClr val="3A474E"/>
              </a:solidFill>
              <a:effectLst/>
              <a:highlight>
                <a:srgbClr val="FFFFFF"/>
              </a:highlight>
              <a:latin typeface="Roboto Mono" pitchFamily="49" charset="0"/>
            </a:endParaRPr>
          </a:p>
          <a:p>
            <a:pPr marL="0" indent="0">
              <a:buNone/>
            </a:pPr>
            <a:r>
              <a:rPr lang="en-US" sz="1200" b="0" dirty="0">
                <a:solidFill>
                  <a:srgbClr val="3367D6"/>
                </a:solidFill>
                <a:effectLst/>
                <a:highlight>
                  <a:srgbClr val="FFFFFF"/>
                </a:highlight>
                <a:latin typeface="Roboto Mono" pitchFamily="49" charset="0"/>
              </a:rPr>
              <a:t>WHERE</a:t>
            </a:r>
            <a:r>
              <a:rPr lang="en-US" sz="1200" b="0" dirty="0">
                <a:solidFill>
                  <a:srgbClr val="3A474E"/>
                </a:solidFill>
                <a:effectLst/>
                <a:highlight>
                  <a:srgbClr val="FFFFFF"/>
                </a:highlight>
                <a:latin typeface="Roboto Mono" pitchFamily="49" charset="0"/>
              </a:rPr>
              <a:t> </a:t>
            </a:r>
            <a:r>
              <a:rPr lang="en-US" sz="1200" b="0" dirty="0" err="1">
                <a:solidFill>
                  <a:srgbClr val="000000"/>
                </a:solidFill>
                <a:effectLst/>
                <a:highlight>
                  <a:srgbClr val="FFFFFF"/>
                </a:highlight>
                <a:latin typeface="Roboto Mono" pitchFamily="49" charset="0"/>
              </a:rPr>
              <a:t>rank_income</a:t>
            </a:r>
            <a:r>
              <a:rPr lang="en-US" sz="1200" b="0" dirty="0">
                <a:solidFill>
                  <a:srgbClr val="3A474E"/>
                </a:solidFill>
                <a:effectLst/>
                <a:highlight>
                  <a:srgbClr val="FFFFFF"/>
                </a:highlight>
                <a:latin typeface="Roboto Mono" pitchFamily="49" charset="0"/>
              </a:rPr>
              <a:t> </a:t>
            </a:r>
            <a:r>
              <a:rPr lang="en-US" sz="1200" b="0" dirty="0">
                <a:solidFill>
                  <a:srgbClr val="37474F"/>
                </a:solidFill>
                <a:effectLst/>
                <a:highlight>
                  <a:srgbClr val="FFFFFF"/>
                </a:highlight>
                <a:latin typeface="Roboto Mono" pitchFamily="49" charset="0"/>
              </a:rPr>
              <a:t>&lt;</a:t>
            </a:r>
            <a:r>
              <a:rPr lang="en-US" sz="1200" b="0" dirty="0">
                <a:solidFill>
                  <a:srgbClr val="F4511E"/>
                </a:solidFill>
                <a:effectLst/>
                <a:highlight>
                  <a:srgbClr val="FFFFFF"/>
                </a:highlight>
                <a:latin typeface="Roboto Mono" pitchFamily="49" charset="0"/>
              </a:rPr>
              <a:t>4</a:t>
            </a:r>
            <a:r>
              <a:rPr lang="en-US" sz="1200" b="0" dirty="0">
                <a:solidFill>
                  <a:srgbClr val="3A474E"/>
                </a:solidFill>
                <a:effectLst/>
                <a:highlight>
                  <a:srgbClr val="FFFFFF"/>
                </a:highlight>
                <a:latin typeface="Roboto Mono" pitchFamily="49" charset="0"/>
              </a:rPr>
              <a:t>;</a:t>
            </a:r>
          </a:p>
          <a:p>
            <a:pPr marL="0" indent="0">
              <a:buNone/>
            </a:pPr>
            <a:r>
              <a:rPr lang="en-US" dirty="0"/>
              <a:t>Exercise: Try some different columns with this query.</a:t>
            </a:r>
          </a:p>
        </p:txBody>
      </p:sp>
    </p:spTree>
    <p:extLst>
      <p:ext uri="{BB962C8B-B14F-4D97-AF65-F5344CB8AC3E}">
        <p14:creationId xmlns:p14="http://schemas.microsoft.com/office/powerpoint/2010/main" val="3198086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LAG (column, [num rows previous, default])</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fontScale="92500" lnSpcReduction="10000"/>
          </a:bodyPr>
          <a:lstStyle/>
          <a:p>
            <a:pPr marL="0" indent="0">
              <a:buNone/>
            </a:pPr>
            <a:r>
              <a:rPr lang="en-US" dirty="0"/>
              <a:t>LAG: Value in the previous row.</a:t>
            </a:r>
          </a:p>
          <a:p>
            <a:pPr marL="0" indent="0">
              <a:buNone/>
            </a:pPr>
            <a:endParaRPr lang="en-US" sz="1800" dirty="0"/>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LAG</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prev_income</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avg_income</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ROW_NUMBER</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row_num</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RANK</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rank_income</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DENSE_RANK</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dense_rank_income</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267437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LAG (column, [num rows previous, default])</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fontScale="62500" lnSpcReduction="20000"/>
          </a:bodyPr>
          <a:lstStyle/>
          <a:p>
            <a:pPr marL="0" indent="0">
              <a:buNone/>
            </a:pPr>
            <a:r>
              <a:rPr lang="en-US" dirty="0"/>
              <a:t>LAG: Value in the previous row.</a:t>
            </a:r>
          </a:p>
          <a:p>
            <a:pPr marL="0" indent="0">
              <a:buNone/>
            </a:pPr>
            <a:endParaRPr lang="en-US" dirty="0"/>
          </a:p>
          <a:p>
            <a:pPr marL="0" indent="0">
              <a:buNone/>
            </a:pPr>
            <a:r>
              <a:rPr lang="en-US" b="0" dirty="0">
                <a:solidFill>
                  <a:srgbClr val="3367D6"/>
                </a:solidFill>
                <a:effectLst/>
                <a:highlight>
                  <a:srgbClr val="FFFFFF"/>
                </a:highlight>
                <a:latin typeface="Roboto Mono" pitchFamily="49" charset="0"/>
              </a:rPr>
              <a:t>SELECT</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PATIENT_ID</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PATIENT_EDUCATION_ID</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HOUSEHOLD_INCOME_PER_PERSON_AMT</a:t>
            </a:r>
            <a:r>
              <a:rPr lang="en-US" b="0" dirty="0">
                <a:solidFill>
                  <a:srgbClr val="3A474E"/>
                </a:solidFill>
                <a:effectLst/>
                <a:highlight>
                  <a:srgbClr val="FFFFFF"/>
                </a:highlight>
                <a:latin typeface="Roboto Mono" pitchFamily="49" charset="0"/>
              </a:rPr>
              <a:t>,</a:t>
            </a:r>
          </a:p>
          <a:p>
            <a:pPr marL="0" indent="0">
              <a:buNone/>
            </a:pPr>
            <a:r>
              <a:rPr lang="en-US" b="0" dirty="0">
                <a:solidFill>
                  <a:srgbClr val="3367D6"/>
                </a:solidFill>
                <a:effectLst/>
                <a:highlight>
                  <a:srgbClr val="FFFFFF"/>
                </a:highlight>
                <a:latin typeface="Roboto Mono" pitchFamily="49" charset="0"/>
              </a:rPr>
              <a:t>LAG</a:t>
            </a:r>
            <a:r>
              <a:rPr lang="en-US" b="0" dirty="0">
                <a:solidFill>
                  <a:srgbClr val="3A474E"/>
                </a:solidFill>
                <a:effectLst/>
                <a:highlight>
                  <a:srgbClr val="FFFFFF"/>
                </a:highlight>
                <a:latin typeface="Roboto Mono" pitchFamily="49" charset="0"/>
              </a:rPr>
              <a:t> </a:t>
            </a:r>
            <a:r>
              <a:rPr lang="en-US" b="0" dirty="0">
                <a:solidFill>
                  <a:srgbClr val="37474F"/>
                </a:solidFill>
                <a:effectLst/>
                <a:highlight>
                  <a:srgbClr val="FFFFFF"/>
                </a:highlight>
                <a:latin typeface="Roboto Mono" pitchFamily="49" charset="0"/>
              </a:rPr>
              <a:t>(</a:t>
            </a:r>
            <a:r>
              <a:rPr lang="en-US" b="0" dirty="0">
                <a:solidFill>
                  <a:srgbClr val="000000"/>
                </a:solidFill>
                <a:effectLst/>
                <a:highlight>
                  <a:srgbClr val="FFFFFF"/>
                </a:highlight>
                <a:latin typeface="Roboto Mono" pitchFamily="49" charset="0"/>
              </a:rPr>
              <a:t>HOUSEHOLD_INCOME_PER_PERSON_AMT</a:t>
            </a:r>
            <a:r>
              <a:rPr lang="en-US" b="0" dirty="0">
                <a:solidFill>
                  <a:srgbClr val="37474F"/>
                </a:solidFill>
                <a:effectLst/>
                <a:highlight>
                  <a:srgbClr val="FFFFFF"/>
                </a:highlight>
                <a:latin typeface="Roboto Mono" pitchFamily="49" charset="0"/>
              </a:rPr>
              <a:t>)</a:t>
            </a:r>
            <a:r>
              <a:rPr lang="en-US" b="0" dirty="0">
                <a:solidFill>
                  <a:srgbClr val="3367D6"/>
                </a:solidFill>
                <a:effectLst/>
                <a:highlight>
                  <a:srgbClr val="FFFFFF"/>
                </a:highlight>
                <a:latin typeface="Roboto Mono" pitchFamily="49" charset="0"/>
              </a:rPr>
              <a:t>OVER</a:t>
            </a:r>
            <a:r>
              <a:rPr lang="en-US" b="0" dirty="0">
                <a:solidFill>
                  <a:srgbClr val="3A474E"/>
                </a:solidFill>
                <a:effectLst/>
                <a:highlight>
                  <a:srgbClr val="FFFFFF"/>
                </a:highlight>
                <a:latin typeface="Roboto Mono" pitchFamily="49" charset="0"/>
              </a:rPr>
              <a:t> </a:t>
            </a:r>
            <a:r>
              <a:rPr lang="en-US" b="0" dirty="0">
                <a:solidFill>
                  <a:srgbClr val="37474F"/>
                </a:solidFill>
                <a:effectLst/>
                <a:highlight>
                  <a:srgbClr val="FFFFFF"/>
                </a:highlight>
                <a:latin typeface="Roboto Mono" pitchFamily="49" charset="0"/>
              </a:rPr>
              <a:t>(</a:t>
            </a:r>
            <a:r>
              <a:rPr lang="en-US" b="0" dirty="0">
                <a:solidFill>
                  <a:srgbClr val="3367D6"/>
                </a:solidFill>
                <a:effectLst/>
                <a:highlight>
                  <a:srgbClr val="FFFFFF"/>
                </a:highlight>
                <a:latin typeface="Roboto Mono" pitchFamily="49" charset="0"/>
              </a:rPr>
              <a:t>PARTITION</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PATIENT_EDUCATION_ID</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ORDER</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HOUSEHOLD_INCOME_PER_PERSON_AMT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DESC</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AS</a:t>
            </a:r>
            <a:r>
              <a:rPr lang="en-US" b="0" dirty="0">
                <a:solidFill>
                  <a:srgbClr val="3A474E"/>
                </a:solidFill>
                <a:effectLst/>
                <a:highlight>
                  <a:srgbClr val="FFFFFF"/>
                </a:highlight>
                <a:latin typeface="Roboto Mono" pitchFamily="49" charset="0"/>
              </a:rPr>
              <a:t> </a:t>
            </a:r>
            <a:r>
              <a:rPr lang="en-US" b="0" dirty="0" err="1">
                <a:solidFill>
                  <a:srgbClr val="000000"/>
                </a:solidFill>
                <a:effectLst/>
                <a:highlight>
                  <a:srgbClr val="FFFFFF"/>
                </a:highlight>
                <a:latin typeface="Roboto Mono" pitchFamily="49" charset="0"/>
              </a:rPr>
              <a:t>prev_income</a:t>
            </a:r>
            <a:r>
              <a:rPr lang="en-US" b="0" dirty="0">
                <a:solidFill>
                  <a:srgbClr val="3A474E"/>
                </a:solidFill>
                <a:effectLst/>
                <a:highlight>
                  <a:srgbClr val="FFFFFF"/>
                </a:highlight>
                <a:latin typeface="Roboto Mono" pitchFamily="49" charset="0"/>
              </a:rPr>
              <a:t>,</a:t>
            </a:r>
          </a:p>
          <a:p>
            <a:pPr marL="0" indent="0">
              <a:buNone/>
            </a:pPr>
            <a:r>
              <a:rPr lang="en-US" b="0" dirty="0">
                <a:solidFill>
                  <a:srgbClr val="3367D6"/>
                </a:solidFill>
                <a:effectLst/>
                <a:highlight>
                  <a:srgbClr val="FFFFFF"/>
                </a:highlight>
                <a:latin typeface="Roboto Mono" pitchFamily="49" charset="0"/>
              </a:rPr>
              <a:t>AVG</a:t>
            </a:r>
            <a:r>
              <a:rPr lang="en-US" b="0" dirty="0">
                <a:solidFill>
                  <a:srgbClr val="37474F"/>
                </a:solidFill>
                <a:effectLst/>
                <a:highlight>
                  <a:srgbClr val="FFFFFF"/>
                </a:highlight>
                <a:latin typeface="Roboto Mono" pitchFamily="49" charset="0"/>
              </a:rPr>
              <a:t>(</a:t>
            </a:r>
            <a:r>
              <a:rPr lang="en-US" b="0" dirty="0">
                <a:solidFill>
                  <a:srgbClr val="000000"/>
                </a:solidFill>
                <a:effectLst/>
                <a:highlight>
                  <a:srgbClr val="FFFFFF"/>
                </a:highlight>
                <a:latin typeface="Roboto Mono" pitchFamily="49" charset="0"/>
              </a:rPr>
              <a:t>HOUSEHOLD_INCOME_PER_PERSON_AMT</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OVER</a:t>
            </a:r>
            <a:r>
              <a:rPr lang="en-US" b="0" dirty="0">
                <a:solidFill>
                  <a:srgbClr val="3A474E"/>
                </a:solidFill>
                <a:effectLst/>
                <a:highlight>
                  <a:srgbClr val="FFFFFF"/>
                </a:highlight>
                <a:latin typeface="Roboto Mono" pitchFamily="49" charset="0"/>
              </a:rPr>
              <a:t> </a:t>
            </a:r>
            <a:r>
              <a:rPr lang="en-US" b="0" dirty="0">
                <a:solidFill>
                  <a:srgbClr val="37474F"/>
                </a:solidFill>
                <a:effectLst/>
                <a:highlight>
                  <a:srgbClr val="FFFFFF"/>
                </a:highlight>
                <a:latin typeface="Roboto Mono" pitchFamily="49" charset="0"/>
              </a:rPr>
              <a:t>(</a:t>
            </a:r>
            <a:r>
              <a:rPr lang="en-US" b="0" dirty="0">
                <a:solidFill>
                  <a:srgbClr val="3367D6"/>
                </a:solidFill>
                <a:effectLst/>
                <a:highlight>
                  <a:srgbClr val="FFFFFF"/>
                </a:highlight>
                <a:latin typeface="Roboto Mono" pitchFamily="49" charset="0"/>
              </a:rPr>
              <a:t>PARTITION</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PATIENT_EDUCATION_ID</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ORDER</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HOUSEHOLD_INCOME_PER_PERSON_AMT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DESC</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AS</a:t>
            </a:r>
            <a:r>
              <a:rPr lang="en-US" b="0" dirty="0">
                <a:solidFill>
                  <a:srgbClr val="3A474E"/>
                </a:solidFill>
                <a:effectLst/>
                <a:highlight>
                  <a:srgbClr val="FFFFFF"/>
                </a:highlight>
                <a:latin typeface="Roboto Mono" pitchFamily="49" charset="0"/>
              </a:rPr>
              <a:t> </a:t>
            </a:r>
            <a:r>
              <a:rPr lang="en-US" b="0" dirty="0" err="1">
                <a:solidFill>
                  <a:srgbClr val="000000"/>
                </a:solidFill>
                <a:effectLst/>
                <a:highlight>
                  <a:srgbClr val="FFFFFF"/>
                </a:highlight>
                <a:latin typeface="Roboto Mono" pitchFamily="49" charset="0"/>
              </a:rPr>
              <a:t>avg_income</a:t>
            </a:r>
            <a:r>
              <a:rPr lang="en-US" b="0" dirty="0">
                <a:solidFill>
                  <a:srgbClr val="3A474E"/>
                </a:solidFill>
                <a:effectLst/>
                <a:highlight>
                  <a:srgbClr val="FFFFFF"/>
                </a:highlight>
                <a:latin typeface="Roboto Mono" pitchFamily="49" charset="0"/>
              </a:rPr>
              <a:t>, </a:t>
            </a:r>
          </a:p>
          <a:p>
            <a:pPr marL="0" indent="0">
              <a:buNone/>
            </a:pPr>
            <a:r>
              <a:rPr lang="en-US" b="0" dirty="0">
                <a:solidFill>
                  <a:srgbClr val="3367D6"/>
                </a:solidFill>
                <a:effectLst/>
                <a:highlight>
                  <a:srgbClr val="FFFFFF"/>
                </a:highlight>
                <a:latin typeface="Roboto Mono" pitchFamily="49" charset="0"/>
              </a:rPr>
              <a:t>ROW_NUMBER</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OVER</a:t>
            </a:r>
            <a:r>
              <a:rPr lang="en-US" b="0" dirty="0">
                <a:solidFill>
                  <a:srgbClr val="3A474E"/>
                </a:solidFill>
                <a:effectLst/>
                <a:highlight>
                  <a:srgbClr val="FFFFFF"/>
                </a:highlight>
                <a:latin typeface="Roboto Mono" pitchFamily="49" charset="0"/>
              </a:rPr>
              <a:t> </a:t>
            </a:r>
            <a:r>
              <a:rPr lang="en-US" b="0" dirty="0">
                <a:solidFill>
                  <a:srgbClr val="37474F"/>
                </a:solidFill>
                <a:effectLst/>
                <a:highlight>
                  <a:srgbClr val="FFFFFF"/>
                </a:highlight>
                <a:latin typeface="Roboto Mono" pitchFamily="49" charset="0"/>
              </a:rPr>
              <a:t>(</a:t>
            </a:r>
            <a:r>
              <a:rPr lang="en-US" b="0" dirty="0">
                <a:solidFill>
                  <a:srgbClr val="3367D6"/>
                </a:solidFill>
                <a:effectLst/>
                <a:highlight>
                  <a:srgbClr val="FFFFFF"/>
                </a:highlight>
                <a:latin typeface="Roboto Mono" pitchFamily="49" charset="0"/>
              </a:rPr>
              <a:t>PARTITION</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PATIENT_EDUCATION_ID</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ORDER</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HOUSEHOLD_INCOME_PER_PERSON_AMT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DESC</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AS</a:t>
            </a:r>
            <a:r>
              <a:rPr lang="en-US" b="0" dirty="0">
                <a:solidFill>
                  <a:srgbClr val="3A474E"/>
                </a:solidFill>
                <a:effectLst/>
                <a:highlight>
                  <a:srgbClr val="FFFFFF"/>
                </a:highlight>
                <a:latin typeface="Roboto Mono" pitchFamily="49" charset="0"/>
              </a:rPr>
              <a:t> </a:t>
            </a:r>
            <a:r>
              <a:rPr lang="en-US" b="0" dirty="0" err="1">
                <a:solidFill>
                  <a:srgbClr val="000000"/>
                </a:solidFill>
                <a:effectLst/>
                <a:highlight>
                  <a:srgbClr val="FFFFFF"/>
                </a:highlight>
                <a:latin typeface="Roboto Mono" pitchFamily="49" charset="0"/>
              </a:rPr>
              <a:t>row_num</a:t>
            </a:r>
            <a:r>
              <a:rPr lang="en-US" b="0" dirty="0">
                <a:solidFill>
                  <a:srgbClr val="3A474E"/>
                </a:solidFill>
                <a:effectLst/>
                <a:highlight>
                  <a:srgbClr val="FFFFFF"/>
                </a:highlight>
                <a:latin typeface="Roboto Mono" pitchFamily="49" charset="0"/>
              </a:rPr>
              <a:t>,</a:t>
            </a:r>
          </a:p>
          <a:p>
            <a:pPr marL="0" indent="0">
              <a:buNone/>
            </a:pPr>
            <a:r>
              <a:rPr lang="en-US" b="0" dirty="0">
                <a:solidFill>
                  <a:srgbClr val="3367D6"/>
                </a:solidFill>
                <a:effectLst/>
                <a:highlight>
                  <a:srgbClr val="FFFFFF"/>
                </a:highlight>
                <a:latin typeface="Roboto Mono" pitchFamily="49" charset="0"/>
              </a:rPr>
              <a:t>RANK</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OVER</a:t>
            </a:r>
            <a:r>
              <a:rPr lang="en-US" b="0" dirty="0">
                <a:solidFill>
                  <a:srgbClr val="3A474E"/>
                </a:solidFill>
                <a:effectLst/>
                <a:highlight>
                  <a:srgbClr val="FFFFFF"/>
                </a:highlight>
                <a:latin typeface="Roboto Mono" pitchFamily="49" charset="0"/>
              </a:rPr>
              <a:t> </a:t>
            </a:r>
            <a:r>
              <a:rPr lang="en-US" b="0" dirty="0">
                <a:solidFill>
                  <a:srgbClr val="37474F"/>
                </a:solidFill>
                <a:effectLst/>
                <a:highlight>
                  <a:srgbClr val="FFFFFF"/>
                </a:highlight>
                <a:latin typeface="Roboto Mono" pitchFamily="49" charset="0"/>
              </a:rPr>
              <a:t>(</a:t>
            </a:r>
            <a:r>
              <a:rPr lang="en-US" b="0" dirty="0">
                <a:solidFill>
                  <a:srgbClr val="3367D6"/>
                </a:solidFill>
                <a:effectLst/>
                <a:highlight>
                  <a:srgbClr val="FFFFFF"/>
                </a:highlight>
                <a:latin typeface="Roboto Mono" pitchFamily="49" charset="0"/>
              </a:rPr>
              <a:t>PARTITION</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PATIENT_EDUCATION_ID</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ORDER</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HOUSEHOLD_INCOME_PER_PERSON_AMT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DESC</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AS</a:t>
            </a:r>
            <a:r>
              <a:rPr lang="en-US" b="0" dirty="0">
                <a:solidFill>
                  <a:srgbClr val="3A474E"/>
                </a:solidFill>
                <a:effectLst/>
                <a:highlight>
                  <a:srgbClr val="FFFFFF"/>
                </a:highlight>
                <a:latin typeface="Roboto Mono" pitchFamily="49" charset="0"/>
              </a:rPr>
              <a:t> </a:t>
            </a:r>
            <a:r>
              <a:rPr lang="en-US" b="0" dirty="0" err="1">
                <a:solidFill>
                  <a:srgbClr val="000000"/>
                </a:solidFill>
                <a:effectLst/>
                <a:highlight>
                  <a:srgbClr val="FFFFFF"/>
                </a:highlight>
                <a:latin typeface="Roboto Mono" pitchFamily="49" charset="0"/>
              </a:rPr>
              <a:t>rank_income</a:t>
            </a:r>
            <a:r>
              <a:rPr lang="en-US" b="0" dirty="0">
                <a:solidFill>
                  <a:srgbClr val="3A474E"/>
                </a:solidFill>
                <a:effectLst/>
                <a:highlight>
                  <a:srgbClr val="FFFFFF"/>
                </a:highlight>
                <a:latin typeface="Roboto Mono" pitchFamily="49" charset="0"/>
              </a:rPr>
              <a:t>,</a:t>
            </a:r>
          </a:p>
          <a:p>
            <a:pPr marL="0" indent="0">
              <a:buNone/>
            </a:pPr>
            <a:r>
              <a:rPr lang="en-US" b="0" dirty="0">
                <a:solidFill>
                  <a:srgbClr val="3367D6"/>
                </a:solidFill>
                <a:effectLst/>
                <a:highlight>
                  <a:srgbClr val="FFFFFF"/>
                </a:highlight>
                <a:latin typeface="Roboto Mono" pitchFamily="49" charset="0"/>
              </a:rPr>
              <a:t>DENSE_RANK</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OVER</a:t>
            </a:r>
            <a:r>
              <a:rPr lang="en-US" b="0" dirty="0">
                <a:solidFill>
                  <a:srgbClr val="3A474E"/>
                </a:solidFill>
                <a:effectLst/>
                <a:highlight>
                  <a:srgbClr val="FFFFFF"/>
                </a:highlight>
                <a:latin typeface="Roboto Mono" pitchFamily="49" charset="0"/>
              </a:rPr>
              <a:t> </a:t>
            </a:r>
            <a:r>
              <a:rPr lang="en-US" b="0" dirty="0">
                <a:solidFill>
                  <a:srgbClr val="37474F"/>
                </a:solidFill>
                <a:effectLst/>
                <a:highlight>
                  <a:srgbClr val="FFFFFF"/>
                </a:highlight>
                <a:latin typeface="Roboto Mono" pitchFamily="49" charset="0"/>
              </a:rPr>
              <a:t>(</a:t>
            </a:r>
            <a:r>
              <a:rPr lang="en-US" b="0" dirty="0">
                <a:solidFill>
                  <a:srgbClr val="3367D6"/>
                </a:solidFill>
                <a:effectLst/>
                <a:highlight>
                  <a:srgbClr val="FFFFFF"/>
                </a:highlight>
                <a:latin typeface="Roboto Mono" pitchFamily="49" charset="0"/>
              </a:rPr>
              <a:t>PARTITION</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PATIENT_EDUCATION_ID</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ORDER</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BY</a:t>
            </a:r>
            <a:r>
              <a:rPr lang="en-US" b="0" dirty="0">
                <a:solidFill>
                  <a:srgbClr val="3A474E"/>
                </a:solidFill>
                <a:effectLst/>
                <a:highlight>
                  <a:srgbClr val="FFFFFF"/>
                </a:highlight>
                <a:latin typeface="Roboto Mono" pitchFamily="49" charset="0"/>
              </a:rPr>
              <a:t> </a:t>
            </a:r>
            <a:r>
              <a:rPr lang="en-US" b="0" dirty="0">
                <a:solidFill>
                  <a:srgbClr val="000000"/>
                </a:solidFill>
                <a:effectLst/>
                <a:highlight>
                  <a:srgbClr val="FFFFFF"/>
                </a:highlight>
                <a:latin typeface="Roboto Mono" pitchFamily="49" charset="0"/>
              </a:rPr>
              <a:t>HOUSEHOLD_INCOME_PER_PERSON_AMT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DESC</a:t>
            </a:r>
            <a:r>
              <a:rPr lang="en-US" b="0" dirty="0">
                <a:solidFill>
                  <a:srgbClr val="3747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AS</a:t>
            </a:r>
            <a:r>
              <a:rPr lang="en-US" b="0" dirty="0">
                <a:solidFill>
                  <a:srgbClr val="3A474E"/>
                </a:solidFill>
                <a:effectLst/>
                <a:highlight>
                  <a:srgbClr val="FFFFFF"/>
                </a:highlight>
                <a:latin typeface="Roboto Mono" pitchFamily="49" charset="0"/>
              </a:rPr>
              <a:t> </a:t>
            </a:r>
            <a:r>
              <a:rPr lang="en-US" b="0" dirty="0" err="1">
                <a:solidFill>
                  <a:srgbClr val="000000"/>
                </a:solidFill>
                <a:effectLst/>
                <a:highlight>
                  <a:srgbClr val="FFFFFF"/>
                </a:highlight>
                <a:latin typeface="Roboto Mono" pitchFamily="49" charset="0"/>
              </a:rPr>
              <a:t>dense_rank_income</a:t>
            </a:r>
            <a:endParaRPr lang="en-US" b="0" dirty="0">
              <a:solidFill>
                <a:srgbClr val="3A474E"/>
              </a:solidFill>
              <a:effectLst/>
              <a:highlight>
                <a:srgbClr val="FFFFFF"/>
              </a:highlight>
              <a:latin typeface="Roboto Mono" pitchFamily="49" charset="0"/>
            </a:endParaRPr>
          </a:p>
          <a:p>
            <a:pPr marL="0" indent="0">
              <a:buNone/>
            </a:pPr>
            <a:r>
              <a:rPr lang="en-US" b="0" dirty="0">
                <a:solidFill>
                  <a:srgbClr val="3367D6"/>
                </a:solidFill>
                <a:effectLst/>
                <a:highlight>
                  <a:srgbClr val="FFFFFF"/>
                </a:highlight>
                <a:latin typeface="Roboto Mono" pitchFamily="49" charset="0"/>
              </a:rPr>
              <a:t>FROM</a:t>
            </a:r>
            <a:r>
              <a:rPr lang="en-US" b="0" dirty="0">
                <a:solidFill>
                  <a:srgbClr val="3A474E"/>
                </a:solidFill>
                <a:effectLst/>
                <a:highlight>
                  <a:srgbClr val="FFFFFF"/>
                </a:highlight>
                <a:latin typeface="Roboto Mono" pitchFamily="49" charset="0"/>
              </a:rPr>
              <a:t> </a:t>
            </a:r>
            <a:r>
              <a:rPr lang="en-US" b="0" dirty="0">
                <a:solidFill>
                  <a:srgbClr val="0D904F"/>
                </a:solidFill>
                <a:effectLst/>
                <a:highlight>
                  <a:srgbClr val="FFFFFF"/>
                </a:highlight>
                <a:latin typeface="Roboto Mono" pitchFamily="49" charset="0"/>
              </a:rPr>
              <a:t>`</a:t>
            </a:r>
            <a:r>
              <a:rPr lang="en-US" b="0" dirty="0" err="1">
                <a:solidFill>
                  <a:srgbClr val="0D904F"/>
                </a:solidFill>
                <a:effectLst/>
                <a:highlight>
                  <a:srgbClr val="FFFFFF"/>
                </a:highlight>
                <a:latin typeface="Roboto Mono" pitchFamily="49" charset="0"/>
              </a:rPr>
              <a:t>purplelab-sales.Training_Dataset.DIM_PATIENT</a:t>
            </a:r>
            <a:r>
              <a:rPr lang="en-US" b="0" dirty="0">
                <a:solidFill>
                  <a:srgbClr val="0D904F"/>
                </a:solidFill>
                <a:effectLst/>
                <a:highlight>
                  <a:srgbClr val="FFFFFF"/>
                </a:highlight>
                <a:latin typeface="Roboto Mono" pitchFamily="49" charset="0"/>
              </a:rPr>
              <a:t>`</a:t>
            </a:r>
            <a:r>
              <a:rPr lang="en-US" b="0" dirty="0">
                <a:solidFill>
                  <a:srgbClr val="3A474E"/>
                </a:solidFill>
                <a:effectLst/>
                <a:highlight>
                  <a:srgbClr val="FFFFFF"/>
                </a:highlight>
                <a:latin typeface="Roboto Mono" pitchFamily="49" charset="0"/>
              </a:rPr>
              <a:t> </a:t>
            </a:r>
            <a:r>
              <a:rPr lang="en-US" b="0" dirty="0">
                <a:solidFill>
                  <a:srgbClr val="3367D6"/>
                </a:solidFill>
                <a:effectLst/>
                <a:highlight>
                  <a:srgbClr val="FFFFFF"/>
                </a:highlight>
                <a:latin typeface="Roboto Mono" pitchFamily="49" charset="0"/>
              </a:rPr>
              <a:t>LIMIT</a:t>
            </a:r>
            <a:r>
              <a:rPr lang="en-US" b="0" dirty="0">
                <a:solidFill>
                  <a:srgbClr val="3A474E"/>
                </a:solidFill>
                <a:effectLst/>
                <a:highlight>
                  <a:srgbClr val="FFFFFF"/>
                </a:highlight>
                <a:latin typeface="Roboto Mono" pitchFamily="49" charset="0"/>
              </a:rPr>
              <a:t> </a:t>
            </a:r>
            <a:r>
              <a:rPr lang="en-US" b="0" dirty="0">
                <a:solidFill>
                  <a:srgbClr val="F4511E"/>
                </a:solidFill>
                <a:effectLst/>
                <a:highlight>
                  <a:srgbClr val="FFFFFF"/>
                </a:highlight>
                <a:latin typeface="Roboto Mono" pitchFamily="49" charset="0"/>
              </a:rPr>
              <a:t>1000</a:t>
            </a:r>
            <a:endParaRPr lang="en-US"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191272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LAG (column, [num rows previous, default])</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a:bodyPr>
          <a:lstStyle/>
          <a:p>
            <a:pPr marL="0" indent="0">
              <a:buNone/>
            </a:pPr>
            <a:r>
              <a:rPr lang="en-US" dirty="0"/>
              <a:t>LAG: Value in the previous row.</a:t>
            </a:r>
          </a:p>
          <a:p>
            <a:pPr marL="0" indent="0">
              <a:buNone/>
            </a:pPr>
            <a:endParaRPr lang="en-US" dirty="0"/>
          </a:p>
          <a:p>
            <a:pPr marL="0" indent="0">
              <a:buNone/>
            </a:pPr>
            <a:r>
              <a:rPr lang="en-US" sz="1400" b="0" dirty="0">
                <a:solidFill>
                  <a:srgbClr val="3367D6"/>
                </a:solidFill>
                <a:effectLst/>
                <a:highlight>
                  <a:srgbClr val="FFFFFF"/>
                </a:highlight>
                <a:latin typeface="Roboto Mono" pitchFamily="49" charset="0"/>
              </a:rPr>
              <a:t>SELECT</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a:t>
            </a:r>
          </a:p>
          <a:p>
            <a:pPr marL="0" indent="0">
              <a:buNone/>
            </a:pPr>
            <a:r>
              <a:rPr lang="en-US" sz="1400" b="0" dirty="0">
                <a:solidFill>
                  <a:srgbClr val="3367D6"/>
                </a:solidFill>
                <a:effectLst/>
                <a:highlight>
                  <a:srgbClr val="FFFFFF"/>
                </a:highlight>
                <a:latin typeface="Roboto Mono" pitchFamily="49" charset="0"/>
              </a:rPr>
              <a:t>LAG</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7474F"/>
                </a:solidFill>
                <a:effectLst/>
                <a:highlight>
                  <a:srgbClr val="FFFFFF"/>
                </a:highlight>
                <a:latin typeface="Roboto Mono" pitchFamily="49" charset="0"/>
              </a:rPr>
              <a:t>)</a:t>
            </a:r>
          </a:p>
          <a:p>
            <a:pPr marL="0" indent="0">
              <a:buNone/>
            </a:pPr>
            <a:r>
              <a:rPr lang="en-US" sz="1400" b="0" dirty="0">
                <a:solidFill>
                  <a:srgbClr val="3367D6"/>
                </a:solidFill>
                <a:effectLst/>
                <a:highlight>
                  <a:srgbClr val="FFFFFF"/>
                </a:highlight>
                <a:latin typeface="Roboto Mono" pitchFamily="49" charset="0"/>
              </a:rPr>
              <a:t>OVER</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3367D6"/>
                </a:solidFill>
                <a:effectLst/>
                <a:highlight>
                  <a:srgbClr val="FFFFFF"/>
                </a:highlight>
                <a:latin typeface="Roboto Mono" pitchFamily="49" charset="0"/>
              </a:rPr>
              <a:t>PARTITION</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ORDER</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DESC</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AS</a:t>
            </a:r>
            <a:r>
              <a:rPr lang="en-US" sz="1400" b="0" dirty="0">
                <a:solidFill>
                  <a:srgbClr val="3A474E"/>
                </a:solidFill>
                <a:effectLst/>
                <a:highlight>
                  <a:srgbClr val="FFFFFF"/>
                </a:highlight>
                <a:latin typeface="Roboto Mono" pitchFamily="49" charset="0"/>
              </a:rPr>
              <a:t> </a:t>
            </a:r>
            <a:r>
              <a:rPr lang="en-US" sz="1400" b="0" dirty="0" err="1">
                <a:solidFill>
                  <a:srgbClr val="000000"/>
                </a:solidFill>
                <a:effectLst/>
                <a:highlight>
                  <a:srgbClr val="FFFFFF"/>
                </a:highlight>
                <a:latin typeface="Roboto Mono" pitchFamily="49" charset="0"/>
              </a:rPr>
              <a:t>prev_income</a:t>
            </a:r>
            <a:endParaRPr lang="en-US" sz="1400" b="0" dirty="0">
              <a:solidFill>
                <a:srgbClr val="3A474E"/>
              </a:solidFill>
              <a:effectLst/>
              <a:highlight>
                <a:srgbClr val="FFFFFF"/>
              </a:highlight>
              <a:latin typeface="Roboto Mono" pitchFamily="49" charset="0"/>
            </a:endParaRPr>
          </a:p>
          <a:p>
            <a:pPr marL="0" indent="0">
              <a:buNone/>
            </a:pPr>
            <a:r>
              <a:rPr lang="en-US" sz="1400" b="0" dirty="0">
                <a:solidFill>
                  <a:srgbClr val="3367D6"/>
                </a:solidFill>
                <a:effectLst/>
                <a:highlight>
                  <a:srgbClr val="FFFFFF"/>
                </a:highlight>
                <a:latin typeface="Roboto Mono" pitchFamily="49" charset="0"/>
              </a:rPr>
              <a:t>FROM</a:t>
            </a:r>
            <a:r>
              <a:rPr lang="en-US" sz="1400" b="0" dirty="0">
                <a:solidFill>
                  <a:srgbClr val="3A474E"/>
                </a:solidFill>
                <a:effectLst/>
                <a:highlight>
                  <a:srgbClr val="FFFFFF"/>
                </a:highlight>
                <a:latin typeface="Roboto Mono" pitchFamily="49" charset="0"/>
              </a:rPr>
              <a:t> </a:t>
            </a:r>
            <a:r>
              <a:rPr lang="en-US" sz="1400" b="0" dirty="0">
                <a:solidFill>
                  <a:srgbClr val="0D904F"/>
                </a:solidFill>
                <a:effectLst/>
                <a:highlight>
                  <a:srgbClr val="FFFFFF"/>
                </a:highlight>
                <a:latin typeface="Roboto Mono" pitchFamily="49" charset="0"/>
              </a:rPr>
              <a:t>`</a:t>
            </a:r>
            <a:r>
              <a:rPr lang="en-US" sz="1400" b="0" dirty="0" err="1">
                <a:solidFill>
                  <a:srgbClr val="0D904F"/>
                </a:solidFill>
                <a:effectLst/>
                <a:highlight>
                  <a:srgbClr val="FFFFFF"/>
                </a:highlight>
                <a:latin typeface="Roboto Mono" pitchFamily="49" charset="0"/>
              </a:rPr>
              <a:t>purplelab-sales.Training_Dataset.DIM_PATIENT</a:t>
            </a:r>
            <a:r>
              <a:rPr lang="en-US" sz="1400" b="0" dirty="0">
                <a:solidFill>
                  <a:srgbClr val="0D90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LIMIT</a:t>
            </a:r>
            <a:r>
              <a:rPr lang="en-US" sz="1400" b="0" dirty="0">
                <a:solidFill>
                  <a:srgbClr val="3A474E"/>
                </a:solidFill>
                <a:effectLst/>
                <a:highlight>
                  <a:srgbClr val="FFFFFF"/>
                </a:highlight>
                <a:latin typeface="Roboto Mono" pitchFamily="49" charset="0"/>
              </a:rPr>
              <a:t> </a:t>
            </a:r>
            <a:r>
              <a:rPr lang="en-US" sz="1400" b="0" dirty="0">
                <a:solidFill>
                  <a:srgbClr val="F4511E"/>
                </a:solidFill>
                <a:effectLst/>
                <a:highlight>
                  <a:srgbClr val="FFFFFF"/>
                </a:highlight>
                <a:latin typeface="Roboto Mono" pitchFamily="49" charset="0"/>
              </a:rPr>
              <a:t>1000</a:t>
            </a:r>
            <a:endParaRPr lang="en-US" sz="14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2196270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LAG (column,1, 0)</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a:bodyPr>
          <a:lstStyle/>
          <a:p>
            <a:pPr marL="0" indent="0">
              <a:buNone/>
            </a:pPr>
            <a:r>
              <a:rPr lang="en-US" dirty="0"/>
              <a:t>LAG: Value in the previous row.</a:t>
            </a:r>
          </a:p>
          <a:p>
            <a:pPr marL="0" indent="0">
              <a:buNone/>
            </a:pPr>
            <a:endParaRPr lang="en-US" dirty="0"/>
          </a:p>
          <a:p>
            <a:pPr marL="0" indent="0">
              <a:buNone/>
            </a:pPr>
            <a:r>
              <a:rPr lang="en-US" sz="1400" b="0" dirty="0">
                <a:solidFill>
                  <a:srgbClr val="3367D6"/>
                </a:solidFill>
                <a:effectLst/>
                <a:highlight>
                  <a:srgbClr val="FFFFFF"/>
                </a:highlight>
                <a:latin typeface="Roboto Mono" pitchFamily="49" charset="0"/>
              </a:rPr>
              <a:t>SELECT</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a:t>
            </a:r>
          </a:p>
          <a:p>
            <a:pPr marL="0" indent="0">
              <a:buNone/>
            </a:pPr>
            <a:r>
              <a:rPr lang="en-US" sz="1400" b="0" dirty="0">
                <a:solidFill>
                  <a:srgbClr val="3367D6"/>
                </a:solidFill>
                <a:effectLst/>
                <a:highlight>
                  <a:srgbClr val="FFFFFF"/>
                </a:highlight>
                <a:latin typeface="Roboto Mono" pitchFamily="49" charset="0"/>
              </a:rPr>
              <a:t>LAG</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000000"/>
                </a:solidFill>
                <a:effectLst/>
                <a:highlight>
                  <a:srgbClr val="FFFFFF"/>
                </a:highlight>
                <a:latin typeface="Roboto Mono" pitchFamily="49" charset="0"/>
              </a:rPr>
              <a:t>HOUSEHOLD_INCOME_PER_PERSON_AMT, 1, 0</a:t>
            </a:r>
            <a:r>
              <a:rPr lang="en-US" sz="1400" b="0" dirty="0">
                <a:solidFill>
                  <a:srgbClr val="37474F"/>
                </a:solidFill>
                <a:effectLst/>
                <a:highlight>
                  <a:srgbClr val="FFFFFF"/>
                </a:highlight>
                <a:latin typeface="Roboto Mono" pitchFamily="49" charset="0"/>
              </a:rPr>
              <a:t>)</a:t>
            </a:r>
          </a:p>
          <a:p>
            <a:pPr marL="0" indent="0">
              <a:buNone/>
            </a:pPr>
            <a:r>
              <a:rPr lang="en-US" sz="1400" b="0" dirty="0">
                <a:solidFill>
                  <a:srgbClr val="3367D6"/>
                </a:solidFill>
                <a:effectLst/>
                <a:highlight>
                  <a:srgbClr val="FFFFFF"/>
                </a:highlight>
                <a:latin typeface="Roboto Mono" pitchFamily="49" charset="0"/>
              </a:rPr>
              <a:t>OVER</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3367D6"/>
                </a:solidFill>
                <a:effectLst/>
                <a:highlight>
                  <a:srgbClr val="FFFFFF"/>
                </a:highlight>
                <a:latin typeface="Roboto Mono" pitchFamily="49" charset="0"/>
              </a:rPr>
              <a:t>PARTITION</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ORDER</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DESC</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AS</a:t>
            </a:r>
            <a:r>
              <a:rPr lang="en-US" sz="1400" b="0" dirty="0">
                <a:solidFill>
                  <a:srgbClr val="3A474E"/>
                </a:solidFill>
                <a:effectLst/>
                <a:highlight>
                  <a:srgbClr val="FFFFFF"/>
                </a:highlight>
                <a:latin typeface="Roboto Mono" pitchFamily="49" charset="0"/>
              </a:rPr>
              <a:t> </a:t>
            </a:r>
            <a:r>
              <a:rPr lang="en-US" sz="1400" b="0" dirty="0" err="1">
                <a:solidFill>
                  <a:srgbClr val="000000"/>
                </a:solidFill>
                <a:effectLst/>
                <a:highlight>
                  <a:srgbClr val="FFFFFF"/>
                </a:highlight>
                <a:latin typeface="Roboto Mono" pitchFamily="49" charset="0"/>
              </a:rPr>
              <a:t>prev_income</a:t>
            </a:r>
            <a:endParaRPr lang="en-US" sz="1400" b="0" dirty="0">
              <a:solidFill>
                <a:srgbClr val="3A474E"/>
              </a:solidFill>
              <a:effectLst/>
              <a:highlight>
                <a:srgbClr val="FFFFFF"/>
              </a:highlight>
              <a:latin typeface="Roboto Mono" pitchFamily="49" charset="0"/>
            </a:endParaRPr>
          </a:p>
          <a:p>
            <a:pPr marL="0" indent="0">
              <a:buNone/>
            </a:pPr>
            <a:r>
              <a:rPr lang="en-US" sz="1400" b="0" dirty="0">
                <a:solidFill>
                  <a:srgbClr val="3367D6"/>
                </a:solidFill>
                <a:effectLst/>
                <a:highlight>
                  <a:srgbClr val="FFFFFF"/>
                </a:highlight>
                <a:latin typeface="Roboto Mono" pitchFamily="49" charset="0"/>
              </a:rPr>
              <a:t>FROM</a:t>
            </a:r>
            <a:r>
              <a:rPr lang="en-US" sz="1400" b="0" dirty="0">
                <a:solidFill>
                  <a:srgbClr val="3A474E"/>
                </a:solidFill>
                <a:effectLst/>
                <a:highlight>
                  <a:srgbClr val="FFFFFF"/>
                </a:highlight>
                <a:latin typeface="Roboto Mono" pitchFamily="49" charset="0"/>
              </a:rPr>
              <a:t> </a:t>
            </a:r>
            <a:r>
              <a:rPr lang="en-US" sz="1400" b="0" dirty="0">
                <a:solidFill>
                  <a:srgbClr val="0D904F"/>
                </a:solidFill>
                <a:effectLst/>
                <a:highlight>
                  <a:srgbClr val="FFFFFF"/>
                </a:highlight>
                <a:latin typeface="Roboto Mono" pitchFamily="49" charset="0"/>
              </a:rPr>
              <a:t>`</a:t>
            </a:r>
            <a:r>
              <a:rPr lang="en-US" sz="1400" b="0" dirty="0" err="1">
                <a:solidFill>
                  <a:srgbClr val="0D904F"/>
                </a:solidFill>
                <a:effectLst/>
                <a:highlight>
                  <a:srgbClr val="FFFFFF"/>
                </a:highlight>
                <a:latin typeface="Roboto Mono" pitchFamily="49" charset="0"/>
              </a:rPr>
              <a:t>purplelab-sales.Training_Dataset.DIM_PATIENT</a:t>
            </a:r>
            <a:r>
              <a:rPr lang="en-US" sz="1400" b="0" dirty="0">
                <a:solidFill>
                  <a:srgbClr val="0D90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LIMIT</a:t>
            </a:r>
            <a:r>
              <a:rPr lang="en-US" sz="1400" b="0" dirty="0">
                <a:solidFill>
                  <a:srgbClr val="3A474E"/>
                </a:solidFill>
                <a:effectLst/>
                <a:highlight>
                  <a:srgbClr val="FFFFFF"/>
                </a:highlight>
                <a:latin typeface="Roboto Mono" pitchFamily="49" charset="0"/>
              </a:rPr>
              <a:t> </a:t>
            </a:r>
            <a:r>
              <a:rPr lang="en-US" sz="1400" b="0" dirty="0">
                <a:solidFill>
                  <a:srgbClr val="F4511E"/>
                </a:solidFill>
                <a:effectLst/>
                <a:highlight>
                  <a:srgbClr val="FFFFFF"/>
                </a:highlight>
                <a:latin typeface="Roboto Mono" pitchFamily="49" charset="0"/>
              </a:rPr>
              <a:t>1000</a:t>
            </a:r>
            <a:endParaRPr lang="en-US" sz="14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1014381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LAG (column,1, 0) Sub Query</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a:bodyPr>
          <a:lstStyle/>
          <a:p>
            <a:pPr marL="0" indent="0">
              <a:buNone/>
            </a:pPr>
            <a:r>
              <a:rPr lang="en-US" dirty="0"/>
              <a:t>LAG: Value in the previous row.</a:t>
            </a:r>
          </a:p>
          <a:p>
            <a:pPr marL="0" indent="0">
              <a:buNone/>
            </a:pPr>
            <a:endParaRPr lang="en-US" dirty="0"/>
          </a:p>
          <a:p>
            <a:pPr marL="0" indent="0">
              <a:buNone/>
            </a:pPr>
            <a:r>
              <a:rPr lang="en-US" sz="1400" b="0" dirty="0">
                <a:solidFill>
                  <a:srgbClr val="3367D6"/>
                </a:solidFill>
                <a:effectLst/>
                <a:highlight>
                  <a:srgbClr val="FFFFFF"/>
                </a:highlight>
                <a:latin typeface="Roboto Mono" pitchFamily="49" charset="0"/>
              </a:rPr>
              <a:t>SELECT</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a:t>
            </a:r>
          </a:p>
          <a:p>
            <a:pPr marL="0" indent="0">
              <a:buNone/>
            </a:pPr>
            <a:r>
              <a:rPr lang="en-US" sz="1400" b="0" dirty="0">
                <a:solidFill>
                  <a:srgbClr val="3367D6"/>
                </a:solidFill>
                <a:effectLst/>
                <a:highlight>
                  <a:srgbClr val="FFFFFF"/>
                </a:highlight>
                <a:latin typeface="Roboto Mono" pitchFamily="49" charset="0"/>
              </a:rPr>
              <a:t>LAG</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000000"/>
                </a:solidFill>
                <a:effectLst/>
                <a:highlight>
                  <a:srgbClr val="FFFFFF"/>
                </a:highlight>
                <a:latin typeface="Roboto Mono" pitchFamily="49" charset="0"/>
              </a:rPr>
              <a:t>HOUSEHOLD_INCOME_PER_PERSON_AMT, 1, 0</a:t>
            </a:r>
            <a:r>
              <a:rPr lang="en-US" sz="1400" b="0" dirty="0">
                <a:solidFill>
                  <a:srgbClr val="37474F"/>
                </a:solidFill>
                <a:effectLst/>
                <a:highlight>
                  <a:srgbClr val="FFFFFF"/>
                </a:highlight>
                <a:latin typeface="Roboto Mono" pitchFamily="49" charset="0"/>
              </a:rPr>
              <a:t>)</a:t>
            </a:r>
          </a:p>
          <a:p>
            <a:pPr marL="0" indent="0">
              <a:buNone/>
            </a:pPr>
            <a:r>
              <a:rPr lang="en-US" sz="1400" b="0" dirty="0">
                <a:solidFill>
                  <a:srgbClr val="3367D6"/>
                </a:solidFill>
                <a:effectLst/>
                <a:highlight>
                  <a:srgbClr val="FFFFFF"/>
                </a:highlight>
                <a:latin typeface="Roboto Mono" pitchFamily="49" charset="0"/>
              </a:rPr>
              <a:t>OVER</a:t>
            </a:r>
            <a:r>
              <a:rPr lang="en-US" sz="1400" b="0" dirty="0">
                <a:solidFill>
                  <a:srgbClr val="3A474E"/>
                </a:solidFill>
                <a:effectLst/>
                <a:highlight>
                  <a:srgbClr val="FFFFFF"/>
                </a:highlight>
                <a:latin typeface="Roboto Mono" pitchFamily="49" charset="0"/>
              </a:rPr>
              <a:t> </a:t>
            </a:r>
            <a:r>
              <a:rPr lang="en-US" sz="1400" b="0" dirty="0">
                <a:solidFill>
                  <a:srgbClr val="37474F"/>
                </a:solidFill>
                <a:effectLst/>
                <a:highlight>
                  <a:srgbClr val="FFFFFF"/>
                </a:highlight>
                <a:latin typeface="Roboto Mono" pitchFamily="49" charset="0"/>
              </a:rPr>
              <a:t>(</a:t>
            </a:r>
            <a:r>
              <a:rPr lang="en-US" sz="1400" b="0" dirty="0">
                <a:solidFill>
                  <a:srgbClr val="3367D6"/>
                </a:solidFill>
                <a:effectLst/>
                <a:highlight>
                  <a:srgbClr val="FFFFFF"/>
                </a:highlight>
                <a:latin typeface="Roboto Mono" pitchFamily="49" charset="0"/>
              </a:rPr>
              <a:t>PARTITION</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PATIENT_EDUCATION_ID</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ORDER</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BY</a:t>
            </a:r>
            <a:r>
              <a:rPr lang="en-US" sz="1400" b="0" dirty="0">
                <a:solidFill>
                  <a:srgbClr val="3A474E"/>
                </a:solidFill>
                <a:effectLst/>
                <a:highlight>
                  <a:srgbClr val="FFFFFF"/>
                </a:highlight>
                <a:latin typeface="Roboto Mono" pitchFamily="49" charset="0"/>
              </a:rPr>
              <a:t> </a:t>
            </a:r>
            <a:r>
              <a:rPr lang="en-US" sz="1400" b="0" dirty="0">
                <a:solidFill>
                  <a:srgbClr val="000000"/>
                </a:solidFill>
                <a:effectLst/>
                <a:highlight>
                  <a:srgbClr val="FFFFFF"/>
                </a:highlight>
                <a:latin typeface="Roboto Mono" pitchFamily="49" charset="0"/>
              </a:rPr>
              <a:t>HOUSEHOLD_INCOME_PER_PERSON_AMT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DESC</a:t>
            </a:r>
            <a:r>
              <a:rPr lang="en-US" sz="1400" b="0" dirty="0">
                <a:solidFill>
                  <a:srgbClr val="3747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AS</a:t>
            </a:r>
            <a:r>
              <a:rPr lang="en-US" sz="1400" b="0" dirty="0">
                <a:solidFill>
                  <a:srgbClr val="3A474E"/>
                </a:solidFill>
                <a:effectLst/>
                <a:highlight>
                  <a:srgbClr val="FFFFFF"/>
                </a:highlight>
                <a:latin typeface="Roboto Mono" pitchFamily="49" charset="0"/>
              </a:rPr>
              <a:t> </a:t>
            </a:r>
            <a:r>
              <a:rPr lang="en-US" sz="1400" b="0" dirty="0" err="1">
                <a:solidFill>
                  <a:srgbClr val="000000"/>
                </a:solidFill>
                <a:effectLst/>
                <a:highlight>
                  <a:srgbClr val="FFFFFF"/>
                </a:highlight>
                <a:latin typeface="Roboto Mono" pitchFamily="49" charset="0"/>
              </a:rPr>
              <a:t>prev_income</a:t>
            </a:r>
            <a:endParaRPr lang="en-US" sz="1400" b="0" dirty="0">
              <a:solidFill>
                <a:srgbClr val="3A474E"/>
              </a:solidFill>
              <a:effectLst/>
              <a:highlight>
                <a:srgbClr val="FFFFFF"/>
              </a:highlight>
              <a:latin typeface="Roboto Mono" pitchFamily="49" charset="0"/>
            </a:endParaRPr>
          </a:p>
          <a:p>
            <a:pPr marL="0" indent="0">
              <a:buNone/>
            </a:pPr>
            <a:r>
              <a:rPr lang="en-US" sz="1400" b="0" dirty="0">
                <a:solidFill>
                  <a:srgbClr val="3367D6"/>
                </a:solidFill>
                <a:effectLst/>
                <a:highlight>
                  <a:srgbClr val="FFFFFF"/>
                </a:highlight>
                <a:latin typeface="Roboto Mono" pitchFamily="49" charset="0"/>
              </a:rPr>
              <a:t>FROM</a:t>
            </a:r>
            <a:r>
              <a:rPr lang="en-US" sz="1400" b="0" dirty="0">
                <a:solidFill>
                  <a:srgbClr val="3A474E"/>
                </a:solidFill>
                <a:effectLst/>
                <a:highlight>
                  <a:srgbClr val="FFFFFF"/>
                </a:highlight>
                <a:latin typeface="Roboto Mono" pitchFamily="49" charset="0"/>
              </a:rPr>
              <a:t> </a:t>
            </a:r>
            <a:r>
              <a:rPr lang="en-US" sz="1400" b="0" dirty="0">
                <a:solidFill>
                  <a:srgbClr val="0D904F"/>
                </a:solidFill>
                <a:effectLst/>
                <a:highlight>
                  <a:srgbClr val="FFFFFF"/>
                </a:highlight>
                <a:latin typeface="Roboto Mono" pitchFamily="49" charset="0"/>
              </a:rPr>
              <a:t>`</a:t>
            </a:r>
            <a:r>
              <a:rPr lang="en-US" sz="1400" b="0" dirty="0" err="1">
                <a:solidFill>
                  <a:srgbClr val="0D904F"/>
                </a:solidFill>
                <a:effectLst/>
                <a:highlight>
                  <a:srgbClr val="FFFFFF"/>
                </a:highlight>
                <a:latin typeface="Roboto Mono" pitchFamily="49" charset="0"/>
              </a:rPr>
              <a:t>purplelab-sales.Training_Dataset.DIM_PATIENT</a:t>
            </a:r>
            <a:r>
              <a:rPr lang="en-US" sz="1400" b="0" dirty="0">
                <a:solidFill>
                  <a:srgbClr val="0D904F"/>
                </a:solidFill>
                <a:effectLst/>
                <a:highlight>
                  <a:srgbClr val="FFFFFF"/>
                </a:highlight>
                <a:latin typeface="Roboto Mono" pitchFamily="49" charset="0"/>
              </a:rPr>
              <a:t>`</a:t>
            </a:r>
            <a:r>
              <a:rPr lang="en-US" sz="1400" b="0" dirty="0">
                <a:solidFill>
                  <a:srgbClr val="3A474E"/>
                </a:solidFill>
                <a:effectLst/>
                <a:highlight>
                  <a:srgbClr val="FFFFFF"/>
                </a:highlight>
                <a:latin typeface="Roboto Mono" pitchFamily="49" charset="0"/>
              </a:rPr>
              <a:t> </a:t>
            </a:r>
            <a:r>
              <a:rPr lang="en-US" sz="1400" b="0" dirty="0">
                <a:solidFill>
                  <a:srgbClr val="3367D6"/>
                </a:solidFill>
                <a:effectLst/>
                <a:highlight>
                  <a:srgbClr val="FFFFFF"/>
                </a:highlight>
                <a:latin typeface="Roboto Mono" pitchFamily="49" charset="0"/>
              </a:rPr>
              <a:t>LIMIT</a:t>
            </a:r>
            <a:r>
              <a:rPr lang="en-US" sz="1400" b="0" dirty="0">
                <a:solidFill>
                  <a:srgbClr val="3A474E"/>
                </a:solidFill>
                <a:effectLst/>
                <a:highlight>
                  <a:srgbClr val="FFFFFF"/>
                </a:highlight>
                <a:latin typeface="Roboto Mono" pitchFamily="49" charset="0"/>
              </a:rPr>
              <a:t> </a:t>
            </a:r>
            <a:r>
              <a:rPr lang="en-US" sz="1400" b="0" dirty="0">
                <a:solidFill>
                  <a:srgbClr val="F4511E"/>
                </a:solidFill>
                <a:effectLst/>
                <a:highlight>
                  <a:srgbClr val="FFFFFF"/>
                </a:highlight>
                <a:latin typeface="Roboto Mono" pitchFamily="49" charset="0"/>
              </a:rPr>
              <a:t>1000</a:t>
            </a:r>
            <a:endParaRPr lang="en-US" sz="14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889232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LAG (column,1, 0)</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a:bodyPr>
          <a:lstStyle/>
          <a:p>
            <a:pPr marL="0" indent="0">
              <a:buNone/>
            </a:pPr>
            <a:r>
              <a:rPr lang="en-US" dirty="0"/>
              <a:t>LAG: Value in the previous row.</a:t>
            </a:r>
          </a:p>
          <a:p>
            <a:pPr marL="0" indent="0">
              <a:buNone/>
            </a:pPr>
            <a:endParaRPr lang="en-US" dirty="0"/>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LAG</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a:t>
            </a:r>
            <a:r>
              <a:rPr lang="en-US" sz="1800" b="0" dirty="0">
                <a:solidFill>
                  <a:srgbClr val="F4511E"/>
                </a:solidFill>
                <a:effectLst/>
                <a:highlight>
                  <a:srgbClr val="FFFFFF"/>
                </a:highlight>
                <a:latin typeface="Roboto Mono" pitchFamily="49" charset="0"/>
              </a:rPr>
              <a:t>1</a:t>
            </a:r>
            <a:r>
              <a:rPr lang="en-US" sz="1800" b="0" dirty="0">
                <a:solidFill>
                  <a:srgbClr val="3A474E"/>
                </a:solidFill>
                <a:effectLst/>
                <a:highlight>
                  <a:srgbClr val="FFFFFF"/>
                </a:highlight>
                <a:latin typeface="Roboto Mono" pitchFamily="49" charset="0"/>
              </a:rPr>
              <a:t>,</a:t>
            </a:r>
            <a:r>
              <a:rPr lang="en-US" sz="1800" b="0" dirty="0">
                <a:solidFill>
                  <a:srgbClr val="F4511E"/>
                </a:solidFill>
                <a:effectLst/>
                <a:highlight>
                  <a:srgbClr val="FFFFFF"/>
                </a:highlight>
                <a:latin typeface="Roboto Mono" pitchFamily="49" charset="0"/>
              </a:rPr>
              <a:t>0</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prev_income</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t</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WHERE</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t.HOUSEHOLD_INCOME_PER_PERSON_AMT</a:t>
            </a:r>
            <a:r>
              <a:rPr lang="en-US" sz="1800" b="0" dirty="0">
                <a:solidFill>
                  <a:srgbClr val="3A474E"/>
                </a:solidFill>
                <a:effectLst/>
                <a:highlight>
                  <a:srgbClr val="FFFFFF"/>
                </a:highlight>
                <a:latin typeface="Roboto Mono" pitchFamily="49" charset="0"/>
              </a:rPr>
              <a:t>=</a:t>
            </a:r>
            <a:r>
              <a:rPr lang="en-US" sz="1800" b="0" dirty="0" err="1">
                <a:solidFill>
                  <a:srgbClr val="000000"/>
                </a:solidFill>
                <a:effectLst/>
                <a:highlight>
                  <a:srgbClr val="FFFFFF"/>
                </a:highlight>
                <a:latin typeface="Roboto Mono" pitchFamily="49" charset="0"/>
              </a:rPr>
              <a:t>prev_income</a:t>
            </a:r>
            <a:endParaRPr lang="en-US" sz="18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2813562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2BE-CDFE-A11F-581D-A31D123C46B1}"/>
              </a:ext>
            </a:extLst>
          </p:cNvPr>
          <p:cNvSpPr>
            <a:spLocks noGrp="1"/>
          </p:cNvSpPr>
          <p:nvPr>
            <p:ph type="title"/>
          </p:nvPr>
        </p:nvSpPr>
        <p:spPr/>
        <p:txBody>
          <a:bodyPr/>
          <a:lstStyle/>
          <a:p>
            <a:r>
              <a:rPr lang="en-US" dirty="0"/>
              <a:t>LEAD (column, [num rows next, default])</a:t>
            </a:r>
          </a:p>
        </p:txBody>
      </p:sp>
      <p:sp>
        <p:nvSpPr>
          <p:cNvPr id="3" name="Content Placeholder 2">
            <a:extLst>
              <a:ext uri="{FF2B5EF4-FFF2-40B4-BE49-F238E27FC236}">
                <a16:creationId xmlns:a16="http://schemas.microsoft.com/office/drawing/2014/main" id="{44413403-9579-A790-6F51-A108FF522771}"/>
              </a:ext>
            </a:extLst>
          </p:cNvPr>
          <p:cNvSpPr>
            <a:spLocks noGrp="1"/>
          </p:cNvSpPr>
          <p:nvPr>
            <p:ph idx="1"/>
          </p:nvPr>
        </p:nvSpPr>
        <p:spPr/>
        <p:txBody>
          <a:bodyPr>
            <a:normAutofit/>
          </a:bodyPr>
          <a:lstStyle/>
          <a:p>
            <a:pPr marL="0" indent="0">
              <a:buNone/>
            </a:pPr>
            <a:r>
              <a:rPr lang="en-US" dirty="0"/>
              <a:t>LEAD: Value in the next row.</a:t>
            </a:r>
          </a:p>
          <a:p>
            <a:pPr marL="0" indent="0">
              <a:buNone/>
            </a:pPr>
            <a:endParaRPr lang="en-US" dirty="0"/>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a:t>
            </a:r>
          </a:p>
          <a:p>
            <a:pPr marL="0" indent="0">
              <a:buNone/>
            </a:pPr>
            <a:r>
              <a:rPr lang="en-US" sz="1800" b="0" dirty="0">
                <a:solidFill>
                  <a:srgbClr val="3367D6"/>
                </a:solidFill>
                <a:effectLst/>
                <a:highlight>
                  <a:srgbClr val="FFFFFF"/>
                </a:highlight>
                <a:latin typeface="Roboto Mono" pitchFamily="49" charset="0"/>
              </a:rPr>
              <a:t>LEAD</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a:t>
            </a:r>
            <a:r>
              <a:rPr lang="en-US" sz="1800" b="0" dirty="0">
                <a:solidFill>
                  <a:srgbClr val="F4511E"/>
                </a:solidFill>
                <a:effectLst/>
                <a:highlight>
                  <a:srgbClr val="FFFFFF"/>
                </a:highlight>
                <a:latin typeface="Roboto Mono" pitchFamily="49" charset="0"/>
              </a:rPr>
              <a:t>1</a:t>
            </a:r>
            <a:r>
              <a:rPr lang="en-US" sz="1800" b="0" dirty="0">
                <a:solidFill>
                  <a:srgbClr val="3A474E"/>
                </a:solidFill>
                <a:effectLst/>
                <a:highlight>
                  <a:srgbClr val="FFFFFF"/>
                </a:highlight>
                <a:latin typeface="Roboto Mono" pitchFamily="49" charset="0"/>
              </a:rPr>
              <a:t>,</a:t>
            </a:r>
            <a:r>
              <a:rPr lang="en-US" sz="1800" b="0" dirty="0">
                <a:solidFill>
                  <a:srgbClr val="F4511E"/>
                </a:solidFill>
                <a:effectLst/>
                <a:highlight>
                  <a:srgbClr val="FFFFFF"/>
                </a:highlight>
                <a:latin typeface="Roboto Mono" pitchFamily="49" charset="0"/>
              </a:rPr>
              <a:t>0</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OVER</a:t>
            </a:r>
            <a:r>
              <a:rPr lang="en-US" sz="1800" b="0" dirty="0">
                <a:solidFill>
                  <a:srgbClr val="3A474E"/>
                </a:solidFill>
                <a:effectLst/>
                <a:highlight>
                  <a:srgbClr val="FFFFFF"/>
                </a:highlight>
                <a:latin typeface="Roboto Mono" pitchFamily="49" charset="0"/>
              </a:rPr>
              <a:t> </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PARTITION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PATIENT_EDUCATION_ID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a:solidFill>
                  <a:srgbClr val="000000"/>
                </a:solidFill>
                <a:effectLst/>
                <a:highlight>
                  <a:srgbClr val="FFFFFF"/>
                </a:highlight>
                <a:latin typeface="Roboto Mono" pitchFamily="49" charset="0"/>
              </a:rPr>
              <a:t>HOUSEHOLD_INCOME_PER_PERSON_AMT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DESC</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next_income</a:t>
            </a:r>
            <a:endParaRPr lang="en-US" sz="1800" b="0" dirty="0">
              <a:solidFill>
                <a:srgbClr val="3A474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purplelab-sales.Training_Dataset.DIM_PATIENT</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1247199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EDCCE-4343-F363-38E1-1FDE54E9021C}"/>
              </a:ext>
            </a:extLst>
          </p:cNvPr>
          <p:cNvSpPr>
            <a:spLocks noGrp="1"/>
          </p:cNvSpPr>
          <p:nvPr>
            <p:ph type="title"/>
          </p:nvPr>
        </p:nvSpPr>
        <p:spPr/>
        <p:txBody>
          <a:bodyPr/>
          <a:lstStyle/>
          <a:p>
            <a:r>
              <a:rPr lang="en-US" dirty="0"/>
              <a:t>ROWS/RANGE</a:t>
            </a:r>
          </a:p>
        </p:txBody>
      </p:sp>
      <p:sp>
        <p:nvSpPr>
          <p:cNvPr id="3" name="Content Placeholder 2">
            <a:extLst>
              <a:ext uri="{FF2B5EF4-FFF2-40B4-BE49-F238E27FC236}">
                <a16:creationId xmlns:a16="http://schemas.microsoft.com/office/drawing/2014/main" id="{5AA42DF3-7FAB-58C9-BC9E-969A9C1D05C4}"/>
              </a:ext>
            </a:extLst>
          </p:cNvPr>
          <p:cNvSpPr>
            <a:spLocks noGrp="1"/>
          </p:cNvSpPr>
          <p:nvPr>
            <p:ph idx="1"/>
          </p:nvPr>
        </p:nvSpPr>
        <p:spPr/>
        <p:txBody>
          <a:bodyPr/>
          <a:lstStyle/>
          <a:p>
            <a:pPr marL="0" indent="0">
              <a:buNone/>
            </a:pPr>
            <a:r>
              <a:rPr lang="en-US" dirty="0"/>
              <a:t>ROWS: specify a fixed number of rows that precede or follow the current row.</a:t>
            </a:r>
          </a:p>
          <a:p>
            <a:pPr marL="0" indent="0">
              <a:buNone/>
            </a:pPr>
            <a:endParaRPr lang="en-US" dirty="0"/>
          </a:p>
          <a:p>
            <a:pPr marL="0" indent="0">
              <a:buNone/>
            </a:pPr>
            <a:r>
              <a:rPr lang="en-US" dirty="0"/>
              <a:t>RANGE: specifies the range of values with respect to the value of the current row.</a:t>
            </a:r>
          </a:p>
          <a:p>
            <a:pPr marL="0" indent="0">
              <a:buNone/>
            </a:pPr>
            <a:endParaRPr lang="en-US" dirty="0"/>
          </a:p>
        </p:txBody>
      </p:sp>
    </p:spTree>
    <p:extLst>
      <p:ext uri="{BB962C8B-B14F-4D97-AF65-F5344CB8AC3E}">
        <p14:creationId xmlns:p14="http://schemas.microsoft.com/office/powerpoint/2010/main" val="2228564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1342F-E8C1-0A24-A770-0C151E4C60C0}"/>
              </a:ext>
            </a:extLst>
          </p:cNvPr>
          <p:cNvSpPr>
            <a:spLocks noGrp="1"/>
          </p:cNvSpPr>
          <p:nvPr>
            <p:ph type="title"/>
          </p:nvPr>
        </p:nvSpPr>
        <p:spPr/>
        <p:txBody>
          <a:bodyPr/>
          <a:lstStyle/>
          <a:p>
            <a:r>
              <a:rPr lang="en-US" dirty="0"/>
              <a:t>ROWS Example:</a:t>
            </a:r>
          </a:p>
        </p:txBody>
      </p:sp>
      <p:sp>
        <p:nvSpPr>
          <p:cNvPr id="3" name="Content Placeholder 2">
            <a:extLst>
              <a:ext uri="{FF2B5EF4-FFF2-40B4-BE49-F238E27FC236}">
                <a16:creationId xmlns:a16="http://schemas.microsoft.com/office/drawing/2014/main" id="{99344546-9D6B-2811-A96C-63D8D1F8A4CF}"/>
              </a:ext>
            </a:extLst>
          </p:cNvPr>
          <p:cNvSpPr>
            <a:spLocks noGrp="1"/>
          </p:cNvSpPr>
          <p:nvPr>
            <p:ph idx="1"/>
          </p:nvPr>
        </p:nvSpPr>
        <p:spPr>
          <a:xfrm>
            <a:off x="838200" y="1609595"/>
            <a:ext cx="10515600" cy="4567368"/>
          </a:xfrm>
        </p:spPr>
        <p:txBody>
          <a:bodyPr>
            <a:noAutofit/>
          </a:bodyPr>
          <a:lstStyle/>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ndc_desc</a:t>
            </a:r>
            <a:r>
              <a:rPr lang="en-US" sz="1800" b="0" dirty="0" err="1">
                <a:solidFill>
                  <a:srgbClr val="3A474E"/>
                </a:solidFill>
                <a:effectLst/>
                <a:highlight>
                  <a:srgbClr val="FFFFFF"/>
                </a:highlight>
                <a:latin typeface="Roboto Mono" pitchFamily="49" charset="0"/>
              </a:rPr>
              <a:t>,</a:t>
            </a:r>
            <a:r>
              <a:rPr lang="en-US" sz="1800" b="0" dirty="0" err="1">
                <a:solidFill>
                  <a:srgbClr val="000000"/>
                </a:solidFill>
                <a:effectLst/>
                <a:highlight>
                  <a:srgbClr val="FFFFFF"/>
                </a:highlight>
                <a:latin typeface="Roboto Mono" pitchFamily="49" charset="0"/>
              </a:rPr>
              <a:t>total_paid_amt</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err="1">
                <a:solidFill>
                  <a:srgbClr val="000000"/>
                </a:solidFill>
                <a:effectLst/>
                <a:highlight>
                  <a:srgbClr val="FFFFFF"/>
                </a:highlight>
                <a:latin typeface="Roboto Mono" pitchFamily="49" charset="0"/>
              </a:rPr>
              <a:t>total_paid_amt</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total_paid_amt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ROWS</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BETWEEN</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3</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PRECEDING</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AND</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CURRENT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ROW</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avg_total_paid</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purplelab-sales.Training_Dataset.Pharmacy_Clear_Final</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p>
          <a:p>
            <a:pPr marL="0" indent="0">
              <a:buNone/>
            </a:pPr>
            <a:endParaRPr lang="en-US" sz="1800" dirty="0">
              <a:solidFill>
                <a:srgbClr val="F4511E"/>
              </a:solidFill>
              <a:highlight>
                <a:srgbClr val="FFFFFF"/>
              </a:highlight>
              <a:latin typeface="Roboto Mono" pitchFamily="49" charset="0"/>
            </a:endParaRPr>
          </a:p>
          <a:p>
            <a:pPr marL="0" indent="0">
              <a:buNone/>
            </a:pPr>
            <a:endParaRPr lang="en-US" sz="1800" b="0" dirty="0">
              <a:solidFill>
                <a:srgbClr val="F4511E"/>
              </a:solidFill>
              <a:effectLst/>
              <a:highlight>
                <a:srgbClr val="FFFFFF"/>
              </a:highlight>
              <a:latin typeface="Roboto Mono" pitchFamily="49" charset="0"/>
            </a:endParaRPr>
          </a:p>
          <a:p>
            <a:pPr marL="0" indent="0">
              <a:buNone/>
            </a:pPr>
            <a:r>
              <a:rPr lang="en-US" sz="1800" b="0" dirty="0">
                <a:solidFill>
                  <a:srgbClr val="3367D6"/>
                </a:solidFill>
                <a:effectLst/>
                <a:highlight>
                  <a:srgbClr val="FFFFFF"/>
                </a:highlight>
                <a:latin typeface="Roboto Mono" pitchFamily="49" charset="0"/>
              </a:rPr>
              <a:t>SELECT</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ndc_desc</a:t>
            </a:r>
            <a:r>
              <a:rPr lang="en-US" sz="1800" b="0" dirty="0" err="1">
                <a:solidFill>
                  <a:srgbClr val="3A474E"/>
                </a:solidFill>
                <a:effectLst/>
                <a:highlight>
                  <a:srgbClr val="FFFFFF"/>
                </a:highlight>
                <a:latin typeface="Roboto Mono" pitchFamily="49" charset="0"/>
              </a:rPr>
              <a:t>,</a:t>
            </a:r>
            <a:r>
              <a:rPr lang="en-US" sz="1800" b="0" dirty="0" err="1">
                <a:solidFill>
                  <a:srgbClr val="000000"/>
                </a:solidFill>
                <a:effectLst/>
                <a:highlight>
                  <a:srgbClr val="FFFFFF"/>
                </a:highlight>
                <a:latin typeface="Roboto Mono" pitchFamily="49" charset="0"/>
              </a:rPr>
              <a:t>total_paid_amt</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AVG</a:t>
            </a:r>
            <a:r>
              <a:rPr lang="en-US" sz="1800" b="0" dirty="0">
                <a:solidFill>
                  <a:srgbClr val="37474F"/>
                </a:solidFill>
                <a:effectLst/>
                <a:highlight>
                  <a:srgbClr val="FFFFFF"/>
                </a:highlight>
                <a:latin typeface="Roboto Mono" pitchFamily="49" charset="0"/>
              </a:rPr>
              <a:t>(</a:t>
            </a:r>
            <a:r>
              <a:rPr lang="en-US" sz="1800" b="0" dirty="0" err="1">
                <a:solidFill>
                  <a:srgbClr val="000000"/>
                </a:solidFill>
                <a:effectLst/>
                <a:highlight>
                  <a:srgbClr val="FFFFFF"/>
                </a:highlight>
                <a:latin typeface="Roboto Mono" pitchFamily="49" charset="0"/>
              </a:rPr>
              <a:t>total_paid_amt</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OVER</a:t>
            </a:r>
            <a:r>
              <a:rPr lang="en-US" sz="1800" b="0" dirty="0">
                <a:solidFill>
                  <a:srgbClr val="37474F"/>
                </a:solidFill>
                <a:effectLst/>
                <a:highlight>
                  <a:srgbClr val="FFFFFF"/>
                </a:highlight>
                <a:latin typeface="Roboto Mono" pitchFamily="49" charset="0"/>
              </a:rPr>
              <a:t>(</a:t>
            </a:r>
            <a:r>
              <a:rPr lang="en-US" sz="1800" b="0" dirty="0">
                <a:solidFill>
                  <a:srgbClr val="3367D6"/>
                </a:solidFill>
                <a:effectLst/>
                <a:highlight>
                  <a:srgbClr val="FFFFFF"/>
                </a:highlight>
                <a:latin typeface="Roboto Mono" pitchFamily="49" charset="0"/>
              </a:rPr>
              <a:t>ORDER</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BY</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total_paid_amt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ROWS</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BETWEEN</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CURRENT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ROW</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AND</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3</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FOLLOWING</a:t>
            </a:r>
            <a:r>
              <a:rPr lang="en-US" sz="1800" b="0" dirty="0">
                <a:solidFill>
                  <a:srgbClr val="3747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AS</a:t>
            </a:r>
            <a:r>
              <a:rPr lang="en-US" sz="1800" b="0" dirty="0">
                <a:solidFill>
                  <a:srgbClr val="3A474E"/>
                </a:solidFill>
                <a:effectLst/>
                <a:highlight>
                  <a:srgbClr val="FFFFFF"/>
                </a:highlight>
                <a:latin typeface="Roboto Mono" pitchFamily="49" charset="0"/>
              </a:rPr>
              <a:t> </a:t>
            </a:r>
            <a:r>
              <a:rPr lang="en-US" sz="1800" b="0" dirty="0" err="1">
                <a:solidFill>
                  <a:srgbClr val="000000"/>
                </a:solidFill>
                <a:effectLst/>
                <a:highlight>
                  <a:srgbClr val="FFFFFF"/>
                </a:highlight>
                <a:latin typeface="Roboto Mono" pitchFamily="49" charset="0"/>
              </a:rPr>
              <a:t>avg_total_paid</a:t>
            </a:r>
            <a:r>
              <a:rPr lang="en-US" sz="1800" b="0" dirty="0">
                <a:solidFill>
                  <a:srgbClr val="3A474E"/>
                </a:solidFill>
                <a:effectLst/>
                <a:highlight>
                  <a:srgbClr val="FFFFFF"/>
                </a:highlight>
                <a:latin typeface="Roboto Mono" pitchFamily="49" charset="0"/>
              </a:rPr>
              <a:t> </a:t>
            </a:r>
          </a:p>
          <a:p>
            <a:pPr marL="0" indent="0">
              <a:buNone/>
            </a:pPr>
            <a:r>
              <a:rPr lang="en-US" sz="1800" b="0" dirty="0">
                <a:solidFill>
                  <a:srgbClr val="3367D6"/>
                </a:solidFill>
                <a:effectLst/>
                <a:highlight>
                  <a:srgbClr val="FFFFFF"/>
                </a:highlight>
                <a:latin typeface="Roboto Mono" pitchFamily="49" charset="0"/>
              </a:rPr>
              <a:t>FROM</a:t>
            </a:r>
            <a:r>
              <a:rPr lang="en-US" sz="1800" b="0" dirty="0">
                <a:solidFill>
                  <a:srgbClr val="3A474E"/>
                </a:solidFill>
                <a:effectLst/>
                <a:highlight>
                  <a:srgbClr val="FFFFFF"/>
                </a:highlight>
                <a:latin typeface="Roboto Mono" pitchFamily="49" charset="0"/>
              </a:rPr>
              <a:t> </a:t>
            </a:r>
            <a:r>
              <a:rPr lang="en-US" sz="1800" b="0" dirty="0">
                <a:solidFill>
                  <a:srgbClr val="0D904F"/>
                </a:solidFill>
                <a:effectLst/>
                <a:highlight>
                  <a:srgbClr val="FFFFFF"/>
                </a:highlight>
                <a:latin typeface="Roboto Mono" pitchFamily="49" charset="0"/>
              </a:rPr>
              <a:t>`</a:t>
            </a:r>
            <a:r>
              <a:rPr lang="en-US" sz="1800" b="0" dirty="0" err="1">
                <a:solidFill>
                  <a:srgbClr val="0D904F"/>
                </a:solidFill>
                <a:effectLst/>
                <a:highlight>
                  <a:srgbClr val="FFFFFF"/>
                </a:highlight>
                <a:latin typeface="Roboto Mono" pitchFamily="49" charset="0"/>
              </a:rPr>
              <a:t>purplelab-sales.Training_Dataset.Pharmacy_Clear_Final</a:t>
            </a:r>
            <a:r>
              <a:rPr lang="en-US" sz="1800" b="0" dirty="0">
                <a:solidFill>
                  <a:srgbClr val="0D904F"/>
                </a:solidFill>
                <a:effectLst/>
                <a:highlight>
                  <a:srgbClr val="FFFFFF"/>
                </a:highlight>
                <a:latin typeface="Roboto Mono" pitchFamily="49" charset="0"/>
              </a:rPr>
              <a:t>`</a:t>
            </a:r>
            <a:r>
              <a:rPr lang="en-US" sz="1800" b="0" dirty="0">
                <a:solidFill>
                  <a:srgbClr val="3A474E"/>
                </a:solidFill>
                <a:effectLst/>
                <a:highlight>
                  <a:srgbClr val="FFFFFF"/>
                </a:highlight>
                <a:latin typeface="Roboto Mono" pitchFamily="49" charset="0"/>
              </a:rPr>
              <a:t> </a:t>
            </a:r>
            <a:r>
              <a:rPr lang="en-US" sz="1800" b="0" dirty="0">
                <a:solidFill>
                  <a:srgbClr val="3367D6"/>
                </a:solidFill>
                <a:effectLst/>
                <a:highlight>
                  <a:srgbClr val="FFFFFF"/>
                </a:highlight>
                <a:latin typeface="Roboto Mono" pitchFamily="49" charset="0"/>
              </a:rPr>
              <a:t>LIMIT</a:t>
            </a:r>
            <a:r>
              <a:rPr lang="en-US" sz="1800" b="0" dirty="0">
                <a:solidFill>
                  <a:srgbClr val="3A474E"/>
                </a:solidFill>
                <a:effectLst/>
                <a:highlight>
                  <a:srgbClr val="FFFFFF"/>
                </a:highlight>
                <a:latin typeface="Roboto Mono" pitchFamily="49" charset="0"/>
              </a:rPr>
              <a:t> </a:t>
            </a:r>
            <a:r>
              <a:rPr lang="en-US" sz="1800" b="0" dirty="0">
                <a:solidFill>
                  <a:srgbClr val="F4511E"/>
                </a:solidFill>
                <a:effectLst/>
                <a:highlight>
                  <a:srgbClr val="FFFFFF"/>
                </a:highlight>
                <a:latin typeface="Roboto Mono" pitchFamily="49" charset="0"/>
              </a:rPr>
              <a:t>1000</a:t>
            </a:r>
            <a:endParaRPr lang="en-US" sz="1800" b="0" dirty="0">
              <a:solidFill>
                <a:srgbClr val="3A474E"/>
              </a:solidFill>
              <a:effectLst/>
              <a:highlight>
                <a:srgbClr val="FFFFFF"/>
              </a:highlight>
              <a:latin typeface="Roboto Mono" pitchFamily="49" charset="0"/>
            </a:endParaRPr>
          </a:p>
          <a:p>
            <a:pPr marL="0" indent="0">
              <a:buNone/>
            </a:pPr>
            <a:endParaRPr lang="en-US" sz="1800" b="0" dirty="0">
              <a:solidFill>
                <a:srgbClr val="3A474E"/>
              </a:solidFill>
              <a:effectLst/>
              <a:highlight>
                <a:srgbClr val="FFFFFF"/>
              </a:highlight>
              <a:latin typeface="Roboto Mono" pitchFamily="49" charset="0"/>
            </a:endParaRPr>
          </a:p>
        </p:txBody>
      </p:sp>
    </p:spTree>
    <p:extLst>
      <p:ext uri="{BB962C8B-B14F-4D97-AF65-F5344CB8AC3E}">
        <p14:creationId xmlns:p14="http://schemas.microsoft.com/office/powerpoint/2010/main" val="1863146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EAC13-57BF-8473-2FF2-AAAB3D59F13A}"/>
              </a:ext>
            </a:extLst>
          </p:cNvPr>
          <p:cNvSpPr>
            <a:spLocks noGrp="1"/>
          </p:cNvSpPr>
          <p:nvPr>
            <p:ph type="title"/>
          </p:nvPr>
        </p:nvSpPr>
        <p:spPr/>
        <p:txBody>
          <a:bodyPr/>
          <a:lstStyle/>
          <a:p>
            <a:r>
              <a:rPr lang="en-US" dirty="0"/>
              <a:t>RANGE:</a:t>
            </a:r>
          </a:p>
        </p:txBody>
      </p:sp>
      <p:sp>
        <p:nvSpPr>
          <p:cNvPr id="3" name="Content Placeholder 2">
            <a:extLst>
              <a:ext uri="{FF2B5EF4-FFF2-40B4-BE49-F238E27FC236}">
                <a16:creationId xmlns:a16="http://schemas.microsoft.com/office/drawing/2014/main" id="{9AD846C4-F2E8-5B4E-736E-79B67066143F}"/>
              </a:ext>
            </a:extLst>
          </p:cNvPr>
          <p:cNvSpPr>
            <a:spLocks noGrp="1"/>
          </p:cNvSpPr>
          <p:nvPr>
            <p:ph idx="1"/>
          </p:nvPr>
        </p:nvSpPr>
        <p:spPr/>
        <p:txBody>
          <a:bodyPr>
            <a:normAutofit fontScale="77500" lnSpcReduction="20000"/>
          </a:bodyPr>
          <a:lstStyle/>
          <a:p>
            <a:pPr marL="0" indent="0">
              <a:buNone/>
            </a:pPr>
            <a:endParaRPr lang="en-US" dirty="0"/>
          </a:p>
          <a:p>
            <a:pPr marL="0" indent="0">
              <a:buNone/>
            </a:pPr>
            <a:r>
              <a:rPr lang="en-US" sz="2800" b="0" dirty="0">
                <a:solidFill>
                  <a:srgbClr val="3367D6"/>
                </a:solidFill>
                <a:effectLst/>
                <a:highlight>
                  <a:srgbClr val="FFFFFF"/>
                </a:highlight>
                <a:latin typeface="Roboto Mono" pitchFamily="49" charset="0"/>
              </a:rPr>
              <a:t>SELECT</a:t>
            </a:r>
            <a:r>
              <a:rPr lang="en-US" sz="2800" b="0" dirty="0">
                <a:solidFill>
                  <a:srgbClr val="3A474E"/>
                </a:solidFill>
                <a:effectLst/>
                <a:highlight>
                  <a:srgbClr val="FFFFFF"/>
                </a:highlight>
                <a:latin typeface="Roboto Mono" pitchFamily="49" charset="0"/>
              </a:rPr>
              <a:t> </a:t>
            </a:r>
            <a:r>
              <a:rPr lang="en-US" sz="2800" b="0" dirty="0" err="1">
                <a:solidFill>
                  <a:srgbClr val="000000"/>
                </a:solidFill>
                <a:effectLst/>
                <a:highlight>
                  <a:srgbClr val="FFFFFF"/>
                </a:highlight>
                <a:latin typeface="Roboto Mono" pitchFamily="49" charset="0"/>
              </a:rPr>
              <a:t>ndc_desc</a:t>
            </a:r>
            <a:r>
              <a:rPr lang="en-US" sz="2800" b="0" dirty="0" err="1">
                <a:solidFill>
                  <a:srgbClr val="3A474E"/>
                </a:solidFill>
                <a:effectLst/>
                <a:highlight>
                  <a:srgbClr val="FFFFFF"/>
                </a:highlight>
                <a:latin typeface="Roboto Mono" pitchFamily="49" charset="0"/>
              </a:rPr>
              <a:t>,</a:t>
            </a:r>
            <a:r>
              <a:rPr lang="en-US" sz="2800" b="0" dirty="0" err="1">
                <a:solidFill>
                  <a:srgbClr val="000000"/>
                </a:solidFill>
                <a:effectLst/>
                <a:highlight>
                  <a:srgbClr val="FFFFFF"/>
                </a:highlight>
                <a:latin typeface="Roboto Mono" pitchFamily="49" charset="0"/>
              </a:rPr>
              <a:t>total_paid_amt</a:t>
            </a:r>
            <a:r>
              <a:rPr lang="en-US" sz="2800" b="0" dirty="0">
                <a:solidFill>
                  <a:srgbClr val="3A474E"/>
                </a:solidFill>
                <a:effectLst/>
                <a:highlight>
                  <a:srgbClr val="FFFFFF"/>
                </a:highlight>
                <a:latin typeface="Roboto Mono" pitchFamily="49" charset="0"/>
              </a:rPr>
              <a:t>, </a:t>
            </a:r>
          </a:p>
          <a:p>
            <a:pPr marL="0" indent="0">
              <a:buNone/>
            </a:pPr>
            <a:r>
              <a:rPr lang="en-US" sz="2800" b="0" dirty="0">
                <a:solidFill>
                  <a:srgbClr val="3367D6"/>
                </a:solidFill>
                <a:effectLst/>
                <a:highlight>
                  <a:srgbClr val="FFFFFF"/>
                </a:highlight>
                <a:latin typeface="Roboto Mono" pitchFamily="49" charset="0"/>
              </a:rPr>
              <a:t>AVG</a:t>
            </a:r>
            <a:r>
              <a:rPr lang="en-US" sz="2800" b="0" dirty="0">
                <a:solidFill>
                  <a:srgbClr val="37474F"/>
                </a:solidFill>
                <a:effectLst/>
                <a:highlight>
                  <a:srgbClr val="FFFFFF"/>
                </a:highlight>
                <a:latin typeface="Roboto Mono" pitchFamily="49" charset="0"/>
              </a:rPr>
              <a:t>(</a:t>
            </a:r>
            <a:r>
              <a:rPr lang="en-US" sz="2800" b="0" dirty="0" err="1">
                <a:solidFill>
                  <a:srgbClr val="000000"/>
                </a:solidFill>
                <a:effectLst/>
                <a:highlight>
                  <a:srgbClr val="FFFFFF"/>
                </a:highlight>
                <a:latin typeface="Roboto Mono" pitchFamily="49" charset="0"/>
              </a:rPr>
              <a:t>total_paid_amt</a:t>
            </a:r>
            <a:r>
              <a:rPr lang="en-US" sz="2800" b="0" dirty="0">
                <a:solidFill>
                  <a:srgbClr val="37474F"/>
                </a:solidFill>
                <a:effectLst/>
                <a:highlight>
                  <a:srgbClr val="FFFFFF"/>
                </a:highlight>
                <a:latin typeface="Roboto Mono" pitchFamily="49" charset="0"/>
              </a:rPr>
              <a: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OVER</a:t>
            </a:r>
            <a:r>
              <a:rPr lang="en-US" sz="2800" b="0" dirty="0">
                <a:solidFill>
                  <a:srgbClr val="37474F"/>
                </a:solidFill>
                <a:effectLst/>
                <a:highlight>
                  <a:srgbClr val="FFFFFF"/>
                </a:highlight>
                <a:latin typeface="Roboto Mono" pitchFamily="49" charset="0"/>
              </a:rPr>
              <a:t>(</a:t>
            </a:r>
            <a:r>
              <a:rPr lang="en-US" sz="2800" b="0" dirty="0">
                <a:solidFill>
                  <a:srgbClr val="3367D6"/>
                </a:solidFill>
                <a:effectLst/>
                <a:highlight>
                  <a:srgbClr val="FFFFFF"/>
                </a:highlight>
                <a:latin typeface="Roboto Mono" pitchFamily="49" charset="0"/>
              </a:rPr>
              <a:t>ORDER</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BY</a:t>
            </a:r>
            <a:r>
              <a:rPr lang="en-US" sz="2800" b="0" dirty="0">
                <a:solidFill>
                  <a:srgbClr val="3A474E"/>
                </a:solidFill>
                <a:effectLst/>
                <a:highlight>
                  <a:srgbClr val="FFFFFF"/>
                </a:highlight>
                <a:latin typeface="Roboto Mono" pitchFamily="49" charset="0"/>
              </a:rPr>
              <a:t> </a:t>
            </a:r>
            <a:r>
              <a:rPr lang="en-US" sz="2800" b="0" dirty="0" err="1">
                <a:solidFill>
                  <a:srgbClr val="000000"/>
                </a:solidFill>
                <a:effectLst/>
                <a:highlight>
                  <a:srgbClr val="FFFFFF"/>
                </a:highlight>
                <a:latin typeface="Roboto Mono" pitchFamily="49" charset="0"/>
              </a:rPr>
              <a:t>total_paid_amt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RANGE</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BETWEEN</a:t>
            </a:r>
            <a:r>
              <a:rPr lang="en-US" sz="2800" b="0" dirty="0">
                <a:solidFill>
                  <a:srgbClr val="3A474E"/>
                </a:solidFill>
                <a:effectLst/>
                <a:highlight>
                  <a:srgbClr val="FFFFFF"/>
                </a:highlight>
                <a:latin typeface="Roboto Mono" pitchFamily="49" charset="0"/>
              </a:rPr>
              <a:t> </a:t>
            </a:r>
            <a:r>
              <a:rPr lang="en-US" sz="2800" b="0" dirty="0">
                <a:solidFill>
                  <a:srgbClr val="F4511E"/>
                </a:solidFill>
                <a:effectLst/>
                <a:highlight>
                  <a:srgbClr val="FFFFFF"/>
                </a:highlight>
                <a:latin typeface="Roboto Mono" pitchFamily="49" charset="0"/>
              </a:rPr>
              <a:t>3</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PRECEDING</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AND</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CURRENT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ROW</a:t>
            </a:r>
            <a:r>
              <a:rPr lang="en-US" sz="2800" b="0" dirty="0">
                <a:solidFill>
                  <a:srgbClr val="37474F"/>
                </a:solidFill>
                <a:effectLst/>
                <a:highlight>
                  <a:srgbClr val="FFFFFF"/>
                </a:highlight>
                <a:latin typeface="Roboto Mono" pitchFamily="49" charset="0"/>
              </a:rPr>
              <a: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AS</a:t>
            </a:r>
            <a:r>
              <a:rPr lang="en-US" sz="2800" b="0" dirty="0">
                <a:solidFill>
                  <a:srgbClr val="3A474E"/>
                </a:solidFill>
                <a:effectLst/>
                <a:highlight>
                  <a:srgbClr val="FFFFFF"/>
                </a:highlight>
                <a:latin typeface="Roboto Mono" pitchFamily="49" charset="0"/>
              </a:rPr>
              <a:t> </a:t>
            </a:r>
            <a:r>
              <a:rPr lang="en-US" sz="2800" b="0" dirty="0" err="1">
                <a:solidFill>
                  <a:srgbClr val="000000"/>
                </a:solidFill>
                <a:effectLst/>
                <a:highlight>
                  <a:srgbClr val="FFFFFF"/>
                </a:highlight>
                <a:latin typeface="Roboto Mono" pitchFamily="49" charset="0"/>
              </a:rPr>
              <a:t>avg_total_paid</a:t>
            </a:r>
            <a:r>
              <a:rPr lang="en-US" sz="2800" b="0" dirty="0">
                <a:solidFill>
                  <a:srgbClr val="3A474E"/>
                </a:solidFill>
                <a:effectLst/>
                <a:highlight>
                  <a:srgbClr val="FFFFFF"/>
                </a:highlight>
                <a:latin typeface="Roboto Mono" pitchFamily="49" charset="0"/>
              </a:rPr>
              <a:t> </a:t>
            </a:r>
          </a:p>
          <a:p>
            <a:pPr marL="0" indent="0">
              <a:buNone/>
            </a:pPr>
            <a:r>
              <a:rPr lang="en-US" sz="2800" b="0" dirty="0">
                <a:solidFill>
                  <a:srgbClr val="3367D6"/>
                </a:solidFill>
                <a:effectLst/>
                <a:highlight>
                  <a:srgbClr val="FFFFFF"/>
                </a:highlight>
                <a:latin typeface="Roboto Mono" pitchFamily="49" charset="0"/>
              </a:rPr>
              <a:t>FROM</a:t>
            </a:r>
            <a:r>
              <a:rPr lang="en-US" sz="2800" b="0" dirty="0">
                <a:solidFill>
                  <a:srgbClr val="3A474E"/>
                </a:solidFill>
                <a:effectLst/>
                <a:highlight>
                  <a:srgbClr val="FFFFFF"/>
                </a:highlight>
                <a:latin typeface="Roboto Mono" pitchFamily="49" charset="0"/>
              </a:rPr>
              <a:t> </a:t>
            </a:r>
            <a:r>
              <a:rPr lang="en-US" sz="2800" b="0" dirty="0">
                <a:solidFill>
                  <a:srgbClr val="0D904F"/>
                </a:solidFill>
                <a:effectLst/>
                <a:highlight>
                  <a:srgbClr val="FFFFFF"/>
                </a:highlight>
                <a:latin typeface="Roboto Mono" pitchFamily="49" charset="0"/>
              </a:rPr>
              <a:t>`</a:t>
            </a:r>
            <a:r>
              <a:rPr lang="en-US" sz="2800" b="0" dirty="0" err="1">
                <a:solidFill>
                  <a:srgbClr val="0D904F"/>
                </a:solidFill>
                <a:effectLst/>
                <a:highlight>
                  <a:srgbClr val="FFFFFF"/>
                </a:highlight>
                <a:latin typeface="Roboto Mono" pitchFamily="49" charset="0"/>
              </a:rPr>
              <a:t>purplelab-sales.Training_Dataset.Pharmacy_Clear_Final</a:t>
            </a:r>
            <a:r>
              <a:rPr lang="en-US" sz="2800" b="0" dirty="0">
                <a:solidFill>
                  <a:srgbClr val="0D904F"/>
                </a:solidFill>
                <a:effectLst/>
                <a:highlight>
                  <a:srgbClr val="FFFFFF"/>
                </a:highlight>
                <a:latin typeface="Roboto Mono" pitchFamily="49" charset="0"/>
              </a:rPr>
              <a: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LIMIT</a:t>
            </a:r>
            <a:r>
              <a:rPr lang="en-US" sz="2800" b="0" dirty="0">
                <a:solidFill>
                  <a:srgbClr val="3A474E"/>
                </a:solidFill>
                <a:effectLst/>
                <a:highlight>
                  <a:srgbClr val="FFFFFF"/>
                </a:highlight>
                <a:latin typeface="Roboto Mono" pitchFamily="49" charset="0"/>
              </a:rPr>
              <a:t> </a:t>
            </a:r>
            <a:r>
              <a:rPr lang="en-US" sz="2800" b="0" dirty="0">
                <a:solidFill>
                  <a:srgbClr val="F4511E"/>
                </a:solidFill>
                <a:effectLst/>
                <a:highlight>
                  <a:srgbClr val="FFFFFF"/>
                </a:highlight>
                <a:latin typeface="Roboto Mono" pitchFamily="49" charset="0"/>
              </a:rPr>
              <a:t>1000</a:t>
            </a:r>
          </a:p>
          <a:p>
            <a:pPr marL="0" indent="0">
              <a:buNone/>
            </a:pPr>
            <a:endParaRPr lang="en-US" sz="2800" dirty="0">
              <a:solidFill>
                <a:srgbClr val="F4511E"/>
              </a:solidFill>
              <a:highlight>
                <a:srgbClr val="FFFFFF"/>
              </a:highlight>
              <a:latin typeface="Roboto Mono" pitchFamily="49" charset="0"/>
            </a:endParaRPr>
          </a:p>
          <a:p>
            <a:pPr marL="0" indent="0">
              <a:buNone/>
            </a:pPr>
            <a:endParaRPr lang="en-US" sz="2800" b="0" dirty="0">
              <a:solidFill>
                <a:srgbClr val="F4511E"/>
              </a:solidFill>
              <a:effectLst/>
              <a:highlight>
                <a:srgbClr val="FFFFFF"/>
              </a:highlight>
              <a:latin typeface="Roboto Mono" pitchFamily="49" charset="0"/>
            </a:endParaRPr>
          </a:p>
          <a:p>
            <a:pPr marL="0" indent="0">
              <a:buNone/>
            </a:pPr>
            <a:r>
              <a:rPr lang="en-US" sz="2800" b="0" dirty="0">
                <a:solidFill>
                  <a:srgbClr val="3367D6"/>
                </a:solidFill>
                <a:effectLst/>
                <a:highlight>
                  <a:srgbClr val="FFFFFF"/>
                </a:highlight>
                <a:latin typeface="Roboto Mono" pitchFamily="49" charset="0"/>
              </a:rPr>
              <a:t>SELECT</a:t>
            </a:r>
            <a:r>
              <a:rPr lang="en-US" sz="2800" b="0" dirty="0">
                <a:solidFill>
                  <a:srgbClr val="3A474E"/>
                </a:solidFill>
                <a:effectLst/>
                <a:highlight>
                  <a:srgbClr val="FFFFFF"/>
                </a:highlight>
                <a:latin typeface="Roboto Mono" pitchFamily="49" charset="0"/>
              </a:rPr>
              <a:t> </a:t>
            </a:r>
            <a:r>
              <a:rPr lang="en-US" sz="2800" b="0" dirty="0" err="1">
                <a:solidFill>
                  <a:srgbClr val="000000"/>
                </a:solidFill>
                <a:effectLst/>
                <a:highlight>
                  <a:srgbClr val="FFFFFF"/>
                </a:highlight>
                <a:latin typeface="Roboto Mono" pitchFamily="49" charset="0"/>
              </a:rPr>
              <a:t>ndc_desc</a:t>
            </a:r>
            <a:r>
              <a:rPr lang="en-US" sz="2800" b="0" dirty="0" err="1">
                <a:solidFill>
                  <a:srgbClr val="3A474E"/>
                </a:solidFill>
                <a:effectLst/>
                <a:highlight>
                  <a:srgbClr val="FFFFFF"/>
                </a:highlight>
                <a:latin typeface="Roboto Mono" pitchFamily="49" charset="0"/>
              </a:rPr>
              <a:t>,</a:t>
            </a:r>
            <a:r>
              <a:rPr lang="en-US" sz="2800" b="0" dirty="0" err="1">
                <a:solidFill>
                  <a:srgbClr val="000000"/>
                </a:solidFill>
                <a:effectLst/>
                <a:highlight>
                  <a:srgbClr val="FFFFFF"/>
                </a:highlight>
                <a:latin typeface="Roboto Mono" pitchFamily="49" charset="0"/>
              </a:rPr>
              <a:t>total_paid_amt</a:t>
            </a:r>
            <a:r>
              <a:rPr lang="en-US" sz="2800" b="0" dirty="0">
                <a:solidFill>
                  <a:srgbClr val="3A474E"/>
                </a:solidFill>
                <a:effectLst/>
                <a:highlight>
                  <a:srgbClr val="FFFFFF"/>
                </a:highlight>
                <a:latin typeface="Roboto Mono" pitchFamily="49" charset="0"/>
              </a:rPr>
              <a:t>, </a:t>
            </a:r>
          </a:p>
          <a:p>
            <a:pPr marL="0" indent="0">
              <a:buNone/>
            </a:pPr>
            <a:r>
              <a:rPr lang="en-US" sz="2800" b="0" dirty="0">
                <a:solidFill>
                  <a:srgbClr val="3367D6"/>
                </a:solidFill>
                <a:effectLst/>
                <a:highlight>
                  <a:srgbClr val="FFFFFF"/>
                </a:highlight>
                <a:latin typeface="Roboto Mono" pitchFamily="49" charset="0"/>
              </a:rPr>
              <a:t>AVG</a:t>
            </a:r>
            <a:r>
              <a:rPr lang="en-US" sz="2800" b="0" dirty="0">
                <a:solidFill>
                  <a:srgbClr val="37474F"/>
                </a:solidFill>
                <a:effectLst/>
                <a:highlight>
                  <a:srgbClr val="FFFFFF"/>
                </a:highlight>
                <a:latin typeface="Roboto Mono" pitchFamily="49" charset="0"/>
              </a:rPr>
              <a:t>(</a:t>
            </a:r>
            <a:r>
              <a:rPr lang="en-US" sz="2800" b="0" dirty="0" err="1">
                <a:solidFill>
                  <a:srgbClr val="000000"/>
                </a:solidFill>
                <a:effectLst/>
                <a:highlight>
                  <a:srgbClr val="FFFFFF"/>
                </a:highlight>
                <a:latin typeface="Roboto Mono" pitchFamily="49" charset="0"/>
              </a:rPr>
              <a:t>total_paid_amt</a:t>
            </a:r>
            <a:r>
              <a:rPr lang="en-US" sz="2800" b="0" dirty="0">
                <a:solidFill>
                  <a:srgbClr val="37474F"/>
                </a:solidFill>
                <a:effectLst/>
                <a:highlight>
                  <a:srgbClr val="FFFFFF"/>
                </a:highlight>
                <a:latin typeface="Roboto Mono" pitchFamily="49" charset="0"/>
              </a:rPr>
              <a: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OVER</a:t>
            </a:r>
            <a:r>
              <a:rPr lang="en-US" sz="2800" b="0" dirty="0">
                <a:solidFill>
                  <a:srgbClr val="37474F"/>
                </a:solidFill>
                <a:effectLst/>
                <a:highlight>
                  <a:srgbClr val="FFFFFF"/>
                </a:highlight>
                <a:latin typeface="Roboto Mono" pitchFamily="49" charset="0"/>
              </a:rPr>
              <a:t>(</a:t>
            </a:r>
            <a:r>
              <a:rPr lang="en-US" sz="2800" b="0" dirty="0">
                <a:solidFill>
                  <a:srgbClr val="3367D6"/>
                </a:solidFill>
                <a:effectLst/>
                <a:highlight>
                  <a:srgbClr val="FFFFFF"/>
                </a:highlight>
                <a:latin typeface="Roboto Mono" pitchFamily="49" charset="0"/>
              </a:rPr>
              <a:t>ORDER</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BY</a:t>
            </a:r>
            <a:r>
              <a:rPr lang="en-US" sz="2800" b="0" dirty="0">
                <a:solidFill>
                  <a:srgbClr val="3A474E"/>
                </a:solidFill>
                <a:effectLst/>
                <a:highlight>
                  <a:srgbClr val="FFFFFF"/>
                </a:highlight>
                <a:latin typeface="Roboto Mono" pitchFamily="49" charset="0"/>
              </a:rPr>
              <a:t> </a:t>
            </a:r>
            <a:r>
              <a:rPr lang="en-US" sz="2800" b="0" dirty="0" err="1">
                <a:solidFill>
                  <a:srgbClr val="000000"/>
                </a:solidFill>
                <a:effectLst/>
                <a:highlight>
                  <a:srgbClr val="FFFFFF"/>
                </a:highlight>
                <a:latin typeface="Roboto Mono" pitchFamily="49" charset="0"/>
              </a:rPr>
              <a:t>total_paid_amt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RANGE</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BETWEEN</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CURRENT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ROW</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AND</a:t>
            </a:r>
            <a:r>
              <a:rPr lang="en-US" sz="2800" b="0" dirty="0">
                <a:solidFill>
                  <a:srgbClr val="3A474E"/>
                </a:solidFill>
                <a:effectLst/>
                <a:highlight>
                  <a:srgbClr val="FFFFFF"/>
                </a:highlight>
                <a:latin typeface="Roboto Mono" pitchFamily="49" charset="0"/>
              </a:rPr>
              <a:t> </a:t>
            </a:r>
            <a:r>
              <a:rPr lang="en-US" sz="2800" b="0" dirty="0">
                <a:solidFill>
                  <a:srgbClr val="F4511E"/>
                </a:solidFill>
                <a:effectLst/>
                <a:highlight>
                  <a:srgbClr val="FFFFFF"/>
                </a:highlight>
                <a:latin typeface="Roboto Mono" pitchFamily="49" charset="0"/>
              </a:rPr>
              <a:t>3</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FOLLOWING</a:t>
            </a:r>
            <a:r>
              <a:rPr lang="en-US" sz="2800" b="0" dirty="0">
                <a:solidFill>
                  <a:srgbClr val="37474F"/>
                </a:solidFill>
                <a:effectLst/>
                <a:highlight>
                  <a:srgbClr val="FFFFFF"/>
                </a:highlight>
                <a:latin typeface="Roboto Mono" pitchFamily="49" charset="0"/>
              </a:rPr>
              <a: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AS</a:t>
            </a:r>
            <a:r>
              <a:rPr lang="en-US" sz="2800" b="0" dirty="0">
                <a:solidFill>
                  <a:srgbClr val="3A474E"/>
                </a:solidFill>
                <a:effectLst/>
                <a:highlight>
                  <a:srgbClr val="FFFFFF"/>
                </a:highlight>
                <a:latin typeface="Roboto Mono" pitchFamily="49" charset="0"/>
              </a:rPr>
              <a:t> </a:t>
            </a:r>
            <a:r>
              <a:rPr lang="en-US" sz="2800" b="0" dirty="0" err="1">
                <a:solidFill>
                  <a:srgbClr val="000000"/>
                </a:solidFill>
                <a:effectLst/>
                <a:highlight>
                  <a:srgbClr val="FFFFFF"/>
                </a:highlight>
                <a:latin typeface="Roboto Mono" pitchFamily="49" charset="0"/>
              </a:rPr>
              <a:t>avg_total_paid</a:t>
            </a:r>
            <a:r>
              <a:rPr lang="en-US" sz="2800" b="0" dirty="0">
                <a:solidFill>
                  <a:srgbClr val="3A474E"/>
                </a:solidFill>
                <a:effectLst/>
                <a:highlight>
                  <a:srgbClr val="FFFFFF"/>
                </a:highlight>
                <a:latin typeface="Roboto Mono" pitchFamily="49" charset="0"/>
              </a:rPr>
              <a:t> </a:t>
            </a:r>
          </a:p>
          <a:p>
            <a:pPr marL="0" indent="0">
              <a:buNone/>
            </a:pPr>
            <a:r>
              <a:rPr lang="en-US" sz="2800" b="0" dirty="0">
                <a:solidFill>
                  <a:srgbClr val="3367D6"/>
                </a:solidFill>
                <a:effectLst/>
                <a:highlight>
                  <a:srgbClr val="FFFFFF"/>
                </a:highlight>
                <a:latin typeface="Roboto Mono" pitchFamily="49" charset="0"/>
              </a:rPr>
              <a:t>FROM</a:t>
            </a:r>
            <a:r>
              <a:rPr lang="en-US" sz="2800" b="0" dirty="0">
                <a:solidFill>
                  <a:srgbClr val="3A474E"/>
                </a:solidFill>
                <a:effectLst/>
                <a:highlight>
                  <a:srgbClr val="FFFFFF"/>
                </a:highlight>
                <a:latin typeface="Roboto Mono" pitchFamily="49" charset="0"/>
              </a:rPr>
              <a:t> </a:t>
            </a:r>
            <a:r>
              <a:rPr lang="en-US" sz="2800" b="0" dirty="0">
                <a:solidFill>
                  <a:srgbClr val="0D904F"/>
                </a:solidFill>
                <a:effectLst/>
                <a:highlight>
                  <a:srgbClr val="FFFFFF"/>
                </a:highlight>
                <a:latin typeface="Roboto Mono" pitchFamily="49" charset="0"/>
              </a:rPr>
              <a:t>`</a:t>
            </a:r>
            <a:r>
              <a:rPr lang="en-US" sz="2800" b="0" dirty="0" err="1">
                <a:solidFill>
                  <a:srgbClr val="0D904F"/>
                </a:solidFill>
                <a:effectLst/>
                <a:highlight>
                  <a:srgbClr val="FFFFFF"/>
                </a:highlight>
                <a:latin typeface="Roboto Mono" pitchFamily="49" charset="0"/>
              </a:rPr>
              <a:t>purplelab-sales.Training_Dataset.Pharmacy_Clear_Final</a:t>
            </a:r>
            <a:r>
              <a:rPr lang="en-US" sz="2800" b="0" dirty="0">
                <a:solidFill>
                  <a:srgbClr val="0D904F"/>
                </a:solidFill>
                <a:effectLst/>
                <a:highlight>
                  <a:srgbClr val="FFFFFF"/>
                </a:highlight>
                <a:latin typeface="Roboto Mono" pitchFamily="49" charset="0"/>
              </a:rPr>
              <a:t>`</a:t>
            </a:r>
            <a:r>
              <a:rPr lang="en-US" sz="2800" b="0" dirty="0">
                <a:solidFill>
                  <a:srgbClr val="3A474E"/>
                </a:solidFill>
                <a:effectLst/>
                <a:highlight>
                  <a:srgbClr val="FFFFFF"/>
                </a:highlight>
                <a:latin typeface="Roboto Mono" pitchFamily="49" charset="0"/>
              </a:rPr>
              <a:t> </a:t>
            </a:r>
            <a:r>
              <a:rPr lang="en-US" sz="2800" b="0" dirty="0">
                <a:solidFill>
                  <a:srgbClr val="3367D6"/>
                </a:solidFill>
                <a:effectLst/>
                <a:highlight>
                  <a:srgbClr val="FFFFFF"/>
                </a:highlight>
                <a:latin typeface="Roboto Mono" pitchFamily="49" charset="0"/>
              </a:rPr>
              <a:t>LIMIT</a:t>
            </a:r>
            <a:r>
              <a:rPr lang="en-US" sz="2800" b="0" dirty="0">
                <a:solidFill>
                  <a:srgbClr val="3A474E"/>
                </a:solidFill>
                <a:effectLst/>
                <a:highlight>
                  <a:srgbClr val="FFFFFF"/>
                </a:highlight>
                <a:latin typeface="Roboto Mono" pitchFamily="49" charset="0"/>
              </a:rPr>
              <a:t> </a:t>
            </a:r>
            <a:r>
              <a:rPr lang="en-US" sz="2800" b="0" dirty="0">
                <a:solidFill>
                  <a:srgbClr val="F4511E"/>
                </a:solidFill>
                <a:effectLst/>
                <a:highlight>
                  <a:srgbClr val="FFFFFF"/>
                </a:highlight>
                <a:latin typeface="Roboto Mono" pitchFamily="49" charset="0"/>
              </a:rPr>
              <a:t>1000</a:t>
            </a:r>
            <a:endParaRPr lang="en-US" sz="2800" b="0" dirty="0">
              <a:solidFill>
                <a:srgbClr val="3A474E"/>
              </a:solidFill>
              <a:effectLst/>
              <a:highlight>
                <a:srgbClr val="FFFFFF"/>
              </a:highlight>
              <a:latin typeface="Roboto Mono" pitchFamily="49" charset="0"/>
            </a:endParaRPr>
          </a:p>
          <a:p>
            <a:pPr marL="0" indent="0">
              <a:buNone/>
            </a:pPr>
            <a:endParaRPr lang="en-US" dirty="0"/>
          </a:p>
        </p:txBody>
      </p:sp>
    </p:spTree>
    <p:extLst>
      <p:ext uri="{BB962C8B-B14F-4D97-AF65-F5344CB8AC3E}">
        <p14:creationId xmlns:p14="http://schemas.microsoft.com/office/powerpoint/2010/main" val="2409406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2D9A-C969-9985-B9B5-56E83F6D3761}"/>
              </a:ext>
            </a:extLst>
          </p:cNvPr>
          <p:cNvSpPr>
            <a:spLocks noGrp="1"/>
          </p:cNvSpPr>
          <p:nvPr>
            <p:ph type="title"/>
          </p:nvPr>
        </p:nvSpPr>
        <p:spPr/>
        <p:txBody>
          <a:bodyPr/>
          <a:lstStyle/>
          <a:p>
            <a:r>
              <a:rPr lang="en-US" dirty="0"/>
              <a:t>Working session</a:t>
            </a:r>
          </a:p>
        </p:txBody>
      </p:sp>
      <p:sp>
        <p:nvSpPr>
          <p:cNvPr id="3" name="Content Placeholder 2">
            <a:extLst>
              <a:ext uri="{FF2B5EF4-FFF2-40B4-BE49-F238E27FC236}">
                <a16:creationId xmlns:a16="http://schemas.microsoft.com/office/drawing/2014/main" id="{5F899477-74B3-8F18-5C05-9D9BDA56485C}"/>
              </a:ext>
            </a:extLst>
          </p:cNvPr>
          <p:cNvSpPr>
            <a:spLocks noGrp="1"/>
          </p:cNvSpPr>
          <p:nvPr>
            <p:ph idx="1"/>
          </p:nvPr>
        </p:nvSpPr>
        <p:spPr/>
        <p:txBody>
          <a:bodyPr/>
          <a:lstStyle/>
          <a:p>
            <a:r>
              <a:rPr lang="en-US" dirty="0"/>
              <a:t>Any case studies?</a:t>
            </a:r>
          </a:p>
        </p:txBody>
      </p:sp>
    </p:spTree>
    <p:extLst>
      <p:ext uri="{BB962C8B-B14F-4D97-AF65-F5344CB8AC3E}">
        <p14:creationId xmlns:p14="http://schemas.microsoft.com/office/powerpoint/2010/main" val="4141919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C476B-C0EE-C041-E89E-7D94FCD5476F}"/>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1B1CB9A3-D34E-0FB5-F937-3DB9FBC134EE}"/>
              </a:ext>
            </a:extLst>
          </p:cNvPr>
          <p:cNvSpPr>
            <a:spLocks noGrp="1"/>
          </p:cNvSpPr>
          <p:nvPr>
            <p:ph idx="1"/>
          </p:nvPr>
        </p:nvSpPr>
        <p:spPr/>
        <p:txBody>
          <a:bodyPr/>
          <a:lstStyle/>
          <a:p>
            <a:pPr marL="342900" marR="0" lvl="0" indent="-342900">
              <a:spcBef>
                <a:spcPts val="0"/>
              </a:spcBef>
              <a:spcAft>
                <a:spcPts val="0"/>
              </a:spcAft>
              <a:buFont typeface="Symbol" pitchFamily="2" charset="2"/>
              <a:buChar char=""/>
            </a:pPr>
            <a:r>
              <a:rPr lang="en-US" sz="2800" kern="100" dirty="0">
                <a:effectLst/>
                <a:latin typeface="Aptos" panose="020B0004020202020204" pitchFamily="34" charset="0"/>
                <a:ea typeface="Aptos" panose="020B0004020202020204" pitchFamily="34" charset="0"/>
                <a:cs typeface="Times New Roman" panose="02020603050405020304" pitchFamily="18" charset="0"/>
              </a:rPr>
              <a:t>Questions?</a:t>
            </a:r>
          </a:p>
          <a:p>
            <a:pPr marL="342900" marR="0" lvl="0" indent="-342900">
              <a:spcBef>
                <a:spcPts val="0"/>
              </a:spcBef>
              <a:spcAft>
                <a:spcPts val="0"/>
              </a:spcAft>
              <a:buFont typeface="Symbol" pitchFamily="2" charset="2"/>
              <a:buChar char=""/>
            </a:pPr>
            <a:r>
              <a:rPr lang="en-US" sz="2800" kern="100" dirty="0">
                <a:latin typeface="Aptos" panose="020B0004020202020204" pitchFamily="34" charset="0"/>
                <a:ea typeface="Aptos" panose="020B0004020202020204" pitchFamily="34" charset="0"/>
                <a:cs typeface="Times New Roman" panose="02020603050405020304" pitchFamily="18" charset="0"/>
              </a:rPr>
              <a:t>Working sessions.</a:t>
            </a:r>
          </a:p>
          <a:p>
            <a:pPr marL="342900" marR="0" lvl="0" indent="-342900">
              <a:spcBef>
                <a:spcPts val="0"/>
              </a:spcBef>
              <a:spcAft>
                <a:spcPts val="0"/>
              </a:spcAft>
              <a:buFont typeface="Symbol" pitchFamily="2" charset="2"/>
              <a:buChar char=""/>
            </a:pPr>
            <a:r>
              <a:rPr lang="en-US" sz="2800" kern="100">
                <a:latin typeface="Aptos" panose="020B0004020202020204" pitchFamily="34" charset="0"/>
                <a:ea typeface="Aptos" panose="020B0004020202020204" pitchFamily="34" charset="0"/>
                <a:cs typeface="Times New Roman" panose="02020603050405020304" pitchFamily="18" charset="0"/>
              </a:rPr>
              <a:t>Use </a:t>
            </a:r>
            <a:r>
              <a:rPr lang="en-US" sz="2800" kern="100" dirty="0">
                <a:latin typeface="Aptos" panose="020B0004020202020204" pitchFamily="34" charset="0"/>
                <a:ea typeface="Aptos" panose="020B0004020202020204" pitchFamily="34" charset="0"/>
                <a:cs typeface="Times New Roman" panose="02020603050405020304" pitchFamily="18" charset="0"/>
              </a:rPr>
              <a:t>Cases to review.</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4810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13482</TotalTime>
  <Words>2406</Words>
  <Application>Microsoft Macintosh PowerPoint</Application>
  <PresentationFormat>Widescreen</PresentationFormat>
  <Paragraphs>200</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Roboto</vt:lpstr>
      <vt:lpstr>Roboto Mono</vt:lpstr>
      <vt:lpstr>Symbol</vt:lpstr>
      <vt:lpstr>Office Theme</vt:lpstr>
      <vt:lpstr>Introduction to SQL: Structured Query Language By AppJedi</vt:lpstr>
      <vt:lpstr>Review Syllabus.</vt:lpstr>
      <vt:lpstr>Windows Functions:</vt:lpstr>
      <vt:lpstr>Windows Functions:</vt:lpstr>
      <vt:lpstr>OVER</vt:lpstr>
      <vt:lpstr>OVER (PARTITION)</vt:lpstr>
      <vt:lpstr>OVER vs. GROUP BY</vt:lpstr>
      <vt:lpstr>OVER vs. GROUP BY</vt:lpstr>
      <vt:lpstr>ORDER BY</vt:lpstr>
      <vt:lpstr>ROW_NUMBER</vt:lpstr>
      <vt:lpstr>SUB QUERY TOP 2 PAID</vt:lpstr>
      <vt:lpstr>RANK</vt:lpstr>
      <vt:lpstr>DENSE_RANK</vt:lpstr>
      <vt:lpstr>LAG (column, [num rows previous, default])</vt:lpstr>
      <vt:lpstr>LAG (column, [num rows previous, default])</vt:lpstr>
      <vt:lpstr>LAG (column, [num rows previous, default])</vt:lpstr>
      <vt:lpstr>LAG (column,1, 0)</vt:lpstr>
      <vt:lpstr>LAG (column,1, 0) Sub Query</vt:lpstr>
      <vt:lpstr>LAG (column,1, 0)</vt:lpstr>
      <vt:lpstr>LEAD (column, [num rows next, default])</vt:lpstr>
      <vt:lpstr>ROWS/RANGE</vt:lpstr>
      <vt:lpstr>ROWS Example:</vt:lpstr>
      <vt:lpstr>RANGE:</vt:lpstr>
      <vt:lpstr>Working session</vt:lpstr>
      <vt:lpstr>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SQL: Structured Query Language </dc:title>
  <dc:creator>Robert Timlin</dc:creator>
  <cp:lastModifiedBy>Bob Timlin</cp:lastModifiedBy>
  <cp:revision>746</cp:revision>
  <dcterms:created xsi:type="dcterms:W3CDTF">2024-04-28T18:01:14Z</dcterms:created>
  <dcterms:modified xsi:type="dcterms:W3CDTF">2026-10-05T22:18:36Z</dcterms:modified>
</cp:coreProperties>
</file>